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3AC23-2DC0-4350-BE85-A0313CC23AE3}" v="17" dt="2026-05-31T22:22:31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Lujan" userId="da8756df24445728" providerId="LiveId" clId="{A86C11ED-B9B4-4AE9-9A57-E5E63AAEA8AA}"/>
    <pc:docChg chg="custSel addSld modSld">
      <pc:chgData name="Laura Lujan" userId="da8756df24445728" providerId="LiveId" clId="{A86C11ED-B9B4-4AE9-9A57-E5E63AAEA8AA}" dt="2026-05-31T22:23:21.051" v="778" actId="20577"/>
      <pc:docMkLst>
        <pc:docMk/>
      </pc:docMkLst>
      <pc:sldChg chg="addSp delSp modSp new mod">
        <pc:chgData name="Laura Lujan" userId="da8756df24445728" providerId="LiveId" clId="{A86C11ED-B9B4-4AE9-9A57-E5E63AAEA8AA}" dt="2026-05-31T22:14:17.463" v="507" actId="20577"/>
        <pc:sldMkLst>
          <pc:docMk/>
          <pc:sldMk cId="557034011" sldId="257"/>
        </pc:sldMkLst>
        <pc:spChg chg="del">
          <ac:chgData name="Laura Lujan" userId="da8756df24445728" providerId="LiveId" clId="{A86C11ED-B9B4-4AE9-9A57-E5E63AAEA8AA}" dt="2026-05-31T22:04:16.430" v="1" actId="478"/>
          <ac:spMkLst>
            <pc:docMk/>
            <pc:sldMk cId="557034011" sldId="257"/>
            <ac:spMk id="2" creationId="{2A8A20CA-B4F2-BAE0-99B5-C1C0D514F086}"/>
          </ac:spMkLst>
        </pc:spChg>
        <pc:spChg chg="del">
          <ac:chgData name="Laura Lujan" userId="da8756df24445728" providerId="LiveId" clId="{A86C11ED-B9B4-4AE9-9A57-E5E63AAEA8AA}" dt="2026-05-31T22:04:17.518" v="2" actId="478"/>
          <ac:spMkLst>
            <pc:docMk/>
            <pc:sldMk cId="557034011" sldId="257"/>
            <ac:spMk id="3" creationId="{C96E6AA1-40F0-30A1-CA22-27EA3A925910}"/>
          </ac:spMkLst>
        </pc:spChg>
        <pc:graphicFrameChg chg="add mod modGraphic">
          <ac:chgData name="Laura Lujan" userId="da8756df24445728" providerId="LiveId" clId="{A86C11ED-B9B4-4AE9-9A57-E5E63AAEA8AA}" dt="2026-05-31T22:14:17.463" v="507" actId="20577"/>
          <ac:graphicFrameMkLst>
            <pc:docMk/>
            <pc:sldMk cId="557034011" sldId="257"/>
            <ac:graphicFrameMk id="4" creationId="{07F86AE2-FF0C-9B4D-55E5-86606AE022FB}"/>
          </ac:graphicFrameMkLst>
        </pc:graphicFrameChg>
      </pc:sldChg>
      <pc:sldChg chg="addSp delSp modSp new mod">
        <pc:chgData name="Laura Lujan" userId="da8756df24445728" providerId="LiveId" clId="{A86C11ED-B9B4-4AE9-9A57-E5E63AAEA8AA}" dt="2026-05-31T22:16:54.652" v="511" actId="14100"/>
        <pc:sldMkLst>
          <pc:docMk/>
          <pc:sldMk cId="4073242310" sldId="258"/>
        </pc:sldMkLst>
        <pc:spChg chg="del">
          <ac:chgData name="Laura Lujan" userId="da8756df24445728" providerId="LiveId" clId="{A86C11ED-B9B4-4AE9-9A57-E5E63AAEA8AA}" dt="2026-05-31T22:16:51.990" v="510" actId="22"/>
          <ac:spMkLst>
            <pc:docMk/>
            <pc:sldMk cId="4073242310" sldId="258"/>
            <ac:spMk id="3" creationId="{2BD24DEC-AF79-9358-F126-403566385B59}"/>
          </ac:spMkLst>
        </pc:spChg>
        <pc:picChg chg="add mod ord">
          <ac:chgData name="Laura Lujan" userId="da8756df24445728" providerId="LiveId" clId="{A86C11ED-B9B4-4AE9-9A57-E5E63AAEA8AA}" dt="2026-05-31T22:16:54.652" v="511" actId="14100"/>
          <ac:picMkLst>
            <pc:docMk/>
            <pc:sldMk cId="4073242310" sldId="258"/>
            <ac:picMk id="5" creationId="{F0091B90-4CB8-993D-97F1-DAEA86EC8396}"/>
          </ac:picMkLst>
        </pc:picChg>
      </pc:sldChg>
      <pc:sldChg chg="addSp delSp modSp new mod">
        <pc:chgData name="Laura Lujan" userId="da8756df24445728" providerId="LiveId" clId="{A86C11ED-B9B4-4AE9-9A57-E5E63AAEA8AA}" dt="2026-05-31T22:23:21.051" v="778" actId="20577"/>
        <pc:sldMkLst>
          <pc:docMk/>
          <pc:sldMk cId="598407546" sldId="259"/>
        </pc:sldMkLst>
        <pc:spChg chg="del">
          <ac:chgData name="Laura Lujan" userId="da8756df24445728" providerId="LiveId" clId="{A86C11ED-B9B4-4AE9-9A57-E5E63AAEA8AA}" dt="2026-05-31T22:19:06.799" v="512" actId="3680"/>
          <ac:spMkLst>
            <pc:docMk/>
            <pc:sldMk cId="598407546" sldId="259"/>
            <ac:spMk id="3" creationId="{9540593C-2376-5D48-3B6F-10CD43FFD306}"/>
          </ac:spMkLst>
        </pc:spChg>
        <pc:graphicFrameChg chg="add mod ord modGraphic">
          <ac:chgData name="Laura Lujan" userId="da8756df24445728" providerId="LiveId" clId="{A86C11ED-B9B4-4AE9-9A57-E5E63AAEA8AA}" dt="2026-05-31T22:22:25.324" v="719" actId="2165"/>
          <ac:graphicFrameMkLst>
            <pc:docMk/>
            <pc:sldMk cId="598407546" sldId="259"/>
            <ac:graphicFrameMk id="6" creationId="{5CDFDC2E-08BC-2F30-00E7-6160E2C8A7C3}"/>
          </ac:graphicFrameMkLst>
        </pc:graphicFrameChg>
        <pc:graphicFrameChg chg="add mod modGraphic">
          <ac:chgData name="Laura Lujan" userId="da8756df24445728" providerId="LiveId" clId="{A86C11ED-B9B4-4AE9-9A57-E5E63AAEA8AA}" dt="2026-05-31T22:23:21.051" v="778" actId="20577"/>
          <ac:graphicFrameMkLst>
            <pc:docMk/>
            <pc:sldMk cId="598407546" sldId="259"/>
            <ac:graphicFrameMk id="7" creationId="{EE8D9C1A-159C-028C-29AD-8659F7BD9767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0BDE20-13E9-4BB7-BC21-927F1B705CA8}" type="doc">
      <dgm:prSet loTypeId="urn:microsoft.com/office/officeart/2005/8/layout/vList6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A821B2B7-2DE4-405B-904A-8FA634D3BF3D}">
      <dgm:prSet phldrT="[Text]" phldr="0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IE" dirty="0"/>
            <a:t>Data Collection and Exploration</a:t>
          </a:r>
        </a:p>
      </dgm:t>
    </dgm:pt>
    <dgm:pt modelId="{883190B7-4BF9-4606-9B02-7EDFD006458E}" type="parTrans" cxnId="{B1316C58-AB75-4338-A0CC-3CCE7975FD97}">
      <dgm:prSet/>
      <dgm:spPr/>
      <dgm:t>
        <a:bodyPr/>
        <a:lstStyle/>
        <a:p>
          <a:endParaRPr lang="en-IE"/>
        </a:p>
      </dgm:t>
    </dgm:pt>
    <dgm:pt modelId="{F2804700-BA1B-470D-96C9-67F191A445A3}" type="sibTrans" cxnId="{B1316C58-AB75-4338-A0CC-3CCE7975FD97}">
      <dgm:prSet/>
      <dgm:spPr/>
      <dgm:t>
        <a:bodyPr/>
        <a:lstStyle/>
        <a:p>
          <a:endParaRPr lang="en-IE"/>
        </a:p>
      </dgm:t>
    </dgm:pt>
    <dgm:pt modelId="{4520FD44-4369-4673-8049-BC34621D527E}">
      <dgm:prSet phldrT="[Text]" phldr="0"/>
      <dgm:spPr>
        <a:solidFill>
          <a:srgbClr val="00B0F0"/>
        </a:solidFill>
      </dgm:spPr>
      <dgm:t>
        <a:bodyPr/>
        <a:lstStyle/>
        <a:p>
          <a:r>
            <a:rPr lang="en-IE" dirty="0"/>
            <a:t>Data Preparation</a:t>
          </a:r>
        </a:p>
      </dgm:t>
    </dgm:pt>
    <dgm:pt modelId="{A678A8D2-FED7-43C9-A6DB-B1FE282E35DB}" type="parTrans" cxnId="{3CF769F6-E8B7-47A3-B24B-605519674A80}">
      <dgm:prSet/>
      <dgm:spPr/>
      <dgm:t>
        <a:bodyPr/>
        <a:lstStyle/>
        <a:p>
          <a:endParaRPr lang="en-IE"/>
        </a:p>
      </dgm:t>
    </dgm:pt>
    <dgm:pt modelId="{DF6138B3-8B92-4E9A-95CF-40DF695B3283}" type="sibTrans" cxnId="{3CF769F6-E8B7-47A3-B24B-605519674A80}">
      <dgm:prSet/>
      <dgm:spPr/>
      <dgm:t>
        <a:bodyPr/>
        <a:lstStyle/>
        <a:p>
          <a:endParaRPr lang="en-IE"/>
        </a:p>
      </dgm:t>
    </dgm:pt>
    <dgm:pt modelId="{97027BE0-DC4F-4FF7-8501-9F74B57129EA}">
      <dgm:prSet/>
      <dgm:spPr/>
      <dgm:t>
        <a:bodyPr/>
        <a:lstStyle/>
        <a:p>
          <a:r>
            <a:rPr lang="en-IE" dirty="0"/>
            <a:t>Quantitative: Secondary data Kaggle CSV and Met </a:t>
          </a:r>
          <a:r>
            <a:rPr lang="en-IE" dirty="0" err="1"/>
            <a:t>Èireann</a:t>
          </a:r>
          <a:endParaRPr lang="en-IE" dirty="0"/>
        </a:p>
      </dgm:t>
    </dgm:pt>
    <dgm:pt modelId="{12E4FC0F-9366-42F8-97BC-F89DAC72080E}" type="parTrans" cxnId="{6C440A7A-019E-44F9-8BE8-BE86D099362C}">
      <dgm:prSet/>
      <dgm:spPr/>
      <dgm:t>
        <a:bodyPr/>
        <a:lstStyle/>
        <a:p>
          <a:endParaRPr lang="en-IE"/>
        </a:p>
      </dgm:t>
    </dgm:pt>
    <dgm:pt modelId="{DC220F96-2FBD-4C30-B642-94D039AF7625}" type="sibTrans" cxnId="{6C440A7A-019E-44F9-8BE8-BE86D099362C}">
      <dgm:prSet/>
      <dgm:spPr/>
      <dgm:t>
        <a:bodyPr/>
        <a:lstStyle/>
        <a:p>
          <a:endParaRPr lang="en-IE"/>
        </a:p>
      </dgm:t>
    </dgm:pt>
    <dgm:pt modelId="{3788C38D-999F-4EF6-A197-C3647E547E6F}">
      <dgm:prSet/>
      <dgm:spPr/>
      <dgm:t>
        <a:bodyPr/>
        <a:lstStyle/>
        <a:p>
          <a:r>
            <a:rPr lang="en-IE" dirty="0"/>
            <a:t>Tools: Python, Pandas and </a:t>
          </a:r>
          <a:r>
            <a:rPr lang="en-IE" dirty="0" err="1"/>
            <a:t>Jupyter</a:t>
          </a:r>
          <a:r>
            <a:rPr lang="en-IE" dirty="0"/>
            <a:t> Notebook</a:t>
          </a:r>
        </a:p>
      </dgm:t>
    </dgm:pt>
    <dgm:pt modelId="{C4EE6411-750D-434D-A8BB-04CE0C49CAEB}" type="parTrans" cxnId="{22A37098-6F92-4AA3-AD5F-FC535D5A4D68}">
      <dgm:prSet/>
      <dgm:spPr/>
      <dgm:t>
        <a:bodyPr/>
        <a:lstStyle/>
        <a:p>
          <a:endParaRPr lang="en-IE"/>
        </a:p>
      </dgm:t>
    </dgm:pt>
    <dgm:pt modelId="{2AEDF3EE-D108-4F27-8322-D97C6179B57C}" type="sibTrans" cxnId="{22A37098-6F92-4AA3-AD5F-FC535D5A4D68}">
      <dgm:prSet/>
      <dgm:spPr/>
      <dgm:t>
        <a:bodyPr/>
        <a:lstStyle/>
        <a:p>
          <a:endParaRPr lang="en-IE"/>
        </a:p>
      </dgm:t>
    </dgm:pt>
    <dgm:pt modelId="{A4A33244-3834-4001-9B58-ACB44B52B52E}">
      <dgm:prSet/>
      <dgm:spPr>
        <a:solidFill>
          <a:schemeClr val="accent1"/>
        </a:solidFill>
      </dgm:spPr>
      <dgm:t>
        <a:bodyPr/>
        <a:lstStyle/>
        <a:p>
          <a:r>
            <a:rPr lang="en-IE" dirty="0"/>
            <a:t>Modelling and Evaluation</a:t>
          </a:r>
        </a:p>
      </dgm:t>
    </dgm:pt>
    <dgm:pt modelId="{61DD1D70-06B3-464B-A746-5B58A5A2964E}" type="parTrans" cxnId="{16893791-B071-4286-AAB8-FB29BF7F1575}">
      <dgm:prSet/>
      <dgm:spPr/>
      <dgm:t>
        <a:bodyPr/>
        <a:lstStyle/>
        <a:p>
          <a:endParaRPr lang="en-IE"/>
        </a:p>
      </dgm:t>
    </dgm:pt>
    <dgm:pt modelId="{840641BE-42CE-4B01-A1AA-2F0042993C70}" type="sibTrans" cxnId="{16893791-B071-4286-AAB8-FB29BF7F1575}">
      <dgm:prSet/>
      <dgm:spPr/>
      <dgm:t>
        <a:bodyPr/>
        <a:lstStyle/>
        <a:p>
          <a:endParaRPr lang="en-IE"/>
        </a:p>
      </dgm:t>
    </dgm:pt>
    <dgm:pt modelId="{46DC36CD-907E-4100-BD82-3CA9D28990E3}">
      <dgm:prSet/>
      <dgm:spPr/>
      <dgm:t>
        <a:bodyPr/>
        <a:lstStyle/>
        <a:p>
          <a:r>
            <a:rPr lang="en-IE" dirty="0"/>
            <a:t>Tools: Scikit-learn, Random Forest and </a:t>
          </a:r>
          <a:r>
            <a:rPr lang="en-IE" dirty="0" err="1"/>
            <a:t>TimeSeriesSplit</a:t>
          </a:r>
          <a:endParaRPr lang="en-IE" dirty="0"/>
        </a:p>
      </dgm:t>
    </dgm:pt>
    <dgm:pt modelId="{3DF2B801-25FC-4228-A774-41BC73D28A64}" type="parTrans" cxnId="{13C58CFE-5302-4BAA-A92C-7B5791441F93}">
      <dgm:prSet/>
      <dgm:spPr/>
      <dgm:t>
        <a:bodyPr/>
        <a:lstStyle/>
        <a:p>
          <a:endParaRPr lang="en-IE"/>
        </a:p>
      </dgm:t>
    </dgm:pt>
    <dgm:pt modelId="{BF0104A6-F8FA-47E1-9633-87F35E7D2A27}" type="sibTrans" cxnId="{13C58CFE-5302-4BAA-A92C-7B5791441F93}">
      <dgm:prSet/>
      <dgm:spPr/>
      <dgm:t>
        <a:bodyPr/>
        <a:lstStyle/>
        <a:p>
          <a:endParaRPr lang="en-IE"/>
        </a:p>
      </dgm:t>
    </dgm:pt>
    <dgm:pt modelId="{5A5717B5-1BF2-48B0-83C5-CCCCFED22F56}">
      <dgm:prSet/>
      <dgm:spPr/>
      <dgm:t>
        <a:bodyPr/>
        <a:lstStyle/>
        <a:p>
          <a:r>
            <a:rPr lang="en-IE" dirty="0"/>
            <a:t>Synthetic: AI generated events dataset</a:t>
          </a:r>
        </a:p>
      </dgm:t>
    </dgm:pt>
    <dgm:pt modelId="{4990E4AC-05FB-49D2-8996-559850C70862}" type="parTrans" cxnId="{9838C2BC-E64A-4F41-9FDE-0DBBFB05E1A0}">
      <dgm:prSet/>
      <dgm:spPr/>
      <dgm:t>
        <a:bodyPr/>
        <a:lstStyle/>
        <a:p>
          <a:endParaRPr lang="en-IE"/>
        </a:p>
      </dgm:t>
    </dgm:pt>
    <dgm:pt modelId="{0E9718AB-95EC-4FAF-9684-A61321411EAE}" type="sibTrans" cxnId="{9838C2BC-E64A-4F41-9FDE-0DBBFB05E1A0}">
      <dgm:prSet/>
      <dgm:spPr/>
      <dgm:t>
        <a:bodyPr/>
        <a:lstStyle/>
        <a:p>
          <a:endParaRPr lang="en-IE"/>
        </a:p>
      </dgm:t>
    </dgm:pt>
    <dgm:pt modelId="{E5891394-93C4-4257-AF12-80C618A92B81}">
      <dgm:prSet/>
      <dgm:spPr/>
      <dgm:t>
        <a:bodyPr/>
        <a:lstStyle/>
        <a:p>
          <a:r>
            <a:rPr lang="en-IE" dirty="0"/>
            <a:t>Methods: Feature Engineering, Lag features, Cyclical encoding, One-hot Encoding</a:t>
          </a:r>
        </a:p>
      </dgm:t>
    </dgm:pt>
    <dgm:pt modelId="{1B5397E8-9E7D-4E30-A3EB-200DE3184DE8}" type="parTrans" cxnId="{84B8133A-74FC-401F-8414-4CD5A360EC4D}">
      <dgm:prSet/>
      <dgm:spPr/>
      <dgm:t>
        <a:bodyPr/>
        <a:lstStyle/>
        <a:p>
          <a:endParaRPr lang="en-IE"/>
        </a:p>
      </dgm:t>
    </dgm:pt>
    <dgm:pt modelId="{935B271B-F8FF-4F7E-BC13-DC84DFEC0E70}" type="sibTrans" cxnId="{84B8133A-74FC-401F-8414-4CD5A360EC4D}">
      <dgm:prSet/>
      <dgm:spPr/>
      <dgm:t>
        <a:bodyPr/>
        <a:lstStyle/>
        <a:p>
          <a:endParaRPr lang="en-IE"/>
        </a:p>
      </dgm:t>
    </dgm:pt>
    <dgm:pt modelId="{8CE1DDF6-2FAF-43CF-968B-25FEACFCBE2F}">
      <dgm:prSet/>
      <dgm:spPr/>
      <dgm:t>
        <a:bodyPr/>
        <a:lstStyle/>
        <a:p>
          <a:r>
            <a:rPr lang="en-IE" dirty="0"/>
            <a:t>Methods: Cross-validation, 80/20 split, R2 and MAE</a:t>
          </a:r>
        </a:p>
      </dgm:t>
    </dgm:pt>
    <dgm:pt modelId="{2CD756D0-2174-4214-A0A7-6313306BA4FE}" type="parTrans" cxnId="{58D9846F-C0D2-473C-A354-E561F73A2D7F}">
      <dgm:prSet/>
      <dgm:spPr/>
      <dgm:t>
        <a:bodyPr/>
        <a:lstStyle/>
        <a:p>
          <a:endParaRPr lang="en-IE"/>
        </a:p>
      </dgm:t>
    </dgm:pt>
    <dgm:pt modelId="{C786346A-C2CA-447F-8637-7A578F3C17F5}" type="sibTrans" cxnId="{58D9846F-C0D2-473C-A354-E561F73A2D7F}">
      <dgm:prSet/>
      <dgm:spPr/>
      <dgm:t>
        <a:bodyPr/>
        <a:lstStyle/>
        <a:p>
          <a:endParaRPr lang="en-IE"/>
        </a:p>
      </dgm:t>
    </dgm:pt>
    <dgm:pt modelId="{DB28FA64-8588-41EC-97B2-B7A17B3B8326}" type="pres">
      <dgm:prSet presAssocID="{DF0BDE20-13E9-4BB7-BC21-927F1B705CA8}" presName="Name0" presStyleCnt="0">
        <dgm:presLayoutVars>
          <dgm:dir/>
          <dgm:animLvl val="lvl"/>
          <dgm:resizeHandles/>
        </dgm:presLayoutVars>
      </dgm:prSet>
      <dgm:spPr/>
    </dgm:pt>
    <dgm:pt modelId="{E99C71EB-285E-4152-9DDA-329714BB1BD2}" type="pres">
      <dgm:prSet presAssocID="{A821B2B7-2DE4-405B-904A-8FA634D3BF3D}" presName="linNode" presStyleCnt="0"/>
      <dgm:spPr/>
    </dgm:pt>
    <dgm:pt modelId="{9D60490F-F573-49C6-87BF-051FB70506EA}" type="pres">
      <dgm:prSet presAssocID="{A821B2B7-2DE4-405B-904A-8FA634D3BF3D}" presName="parentShp" presStyleLbl="node1" presStyleIdx="0" presStyleCnt="3" custLinFactNeighborX="375" custLinFactNeighborY="-2160">
        <dgm:presLayoutVars>
          <dgm:bulletEnabled val="1"/>
        </dgm:presLayoutVars>
      </dgm:prSet>
      <dgm:spPr/>
    </dgm:pt>
    <dgm:pt modelId="{FFD72088-55A4-4A06-953D-B18B96ACF828}" type="pres">
      <dgm:prSet presAssocID="{A821B2B7-2DE4-405B-904A-8FA634D3BF3D}" presName="childShp" presStyleLbl="bgAccFollowNode1" presStyleIdx="0" presStyleCnt="3">
        <dgm:presLayoutVars>
          <dgm:bulletEnabled val="1"/>
        </dgm:presLayoutVars>
      </dgm:prSet>
      <dgm:spPr/>
    </dgm:pt>
    <dgm:pt modelId="{E406C490-17AE-43F1-810A-8002BA59196B}" type="pres">
      <dgm:prSet presAssocID="{F2804700-BA1B-470D-96C9-67F191A445A3}" presName="spacing" presStyleCnt="0"/>
      <dgm:spPr/>
    </dgm:pt>
    <dgm:pt modelId="{E944EF06-54DA-47E6-A068-8FA559196ACC}" type="pres">
      <dgm:prSet presAssocID="{4520FD44-4369-4673-8049-BC34621D527E}" presName="linNode" presStyleCnt="0"/>
      <dgm:spPr/>
    </dgm:pt>
    <dgm:pt modelId="{63FE1E66-F0DB-45B3-A5F8-52EEE3308AF1}" type="pres">
      <dgm:prSet presAssocID="{4520FD44-4369-4673-8049-BC34621D527E}" presName="parentShp" presStyleLbl="node1" presStyleIdx="1" presStyleCnt="3">
        <dgm:presLayoutVars>
          <dgm:bulletEnabled val="1"/>
        </dgm:presLayoutVars>
      </dgm:prSet>
      <dgm:spPr/>
    </dgm:pt>
    <dgm:pt modelId="{A4CBC7D3-64D4-431D-A443-44832715E03D}" type="pres">
      <dgm:prSet presAssocID="{4520FD44-4369-4673-8049-BC34621D527E}" presName="childShp" presStyleLbl="bgAccFollowNode1" presStyleIdx="1" presStyleCnt="3">
        <dgm:presLayoutVars>
          <dgm:bulletEnabled val="1"/>
        </dgm:presLayoutVars>
      </dgm:prSet>
      <dgm:spPr/>
    </dgm:pt>
    <dgm:pt modelId="{091A1379-1C61-43D9-8DDA-4EB0EEDB4067}" type="pres">
      <dgm:prSet presAssocID="{DF6138B3-8B92-4E9A-95CF-40DF695B3283}" presName="spacing" presStyleCnt="0"/>
      <dgm:spPr/>
    </dgm:pt>
    <dgm:pt modelId="{E2CE1E90-2972-41E7-B1AA-69F2096F35C5}" type="pres">
      <dgm:prSet presAssocID="{A4A33244-3834-4001-9B58-ACB44B52B52E}" presName="linNode" presStyleCnt="0"/>
      <dgm:spPr/>
    </dgm:pt>
    <dgm:pt modelId="{2C5E64E4-ABDA-44F3-8EB5-C874AC59642F}" type="pres">
      <dgm:prSet presAssocID="{A4A33244-3834-4001-9B58-ACB44B52B52E}" presName="parentShp" presStyleLbl="node1" presStyleIdx="2" presStyleCnt="3" custLinFactNeighborX="-750">
        <dgm:presLayoutVars>
          <dgm:bulletEnabled val="1"/>
        </dgm:presLayoutVars>
      </dgm:prSet>
      <dgm:spPr/>
    </dgm:pt>
    <dgm:pt modelId="{7811693A-ACCF-4126-8F05-04969FD61A61}" type="pres">
      <dgm:prSet presAssocID="{A4A33244-3834-4001-9B58-ACB44B52B52E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84B8133A-74FC-401F-8414-4CD5A360EC4D}" srcId="{4520FD44-4369-4673-8049-BC34621D527E}" destId="{E5891394-93C4-4257-AF12-80C618A92B81}" srcOrd="1" destOrd="0" parTransId="{1B5397E8-9E7D-4E30-A3EB-200DE3184DE8}" sibTransId="{935B271B-F8FF-4F7E-BC13-DC84DFEC0E70}"/>
    <dgm:cxn modelId="{2DE51247-5814-45B5-95C6-1B7994874BA8}" type="presOf" srcId="{DF0BDE20-13E9-4BB7-BC21-927F1B705CA8}" destId="{DB28FA64-8588-41EC-97B2-B7A17B3B8326}" srcOrd="0" destOrd="0" presId="urn:microsoft.com/office/officeart/2005/8/layout/vList6"/>
    <dgm:cxn modelId="{58D9846F-C0D2-473C-A354-E561F73A2D7F}" srcId="{A4A33244-3834-4001-9B58-ACB44B52B52E}" destId="{8CE1DDF6-2FAF-43CF-968B-25FEACFCBE2F}" srcOrd="1" destOrd="0" parTransId="{2CD756D0-2174-4214-A0A7-6313306BA4FE}" sibTransId="{C786346A-C2CA-447F-8637-7A578F3C17F5}"/>
    <dgm:cxn modelId="{EE26A776-48A8-44A2-A452-D38C1E275349}" type="presOf" srcId="{A4A33244-3834-4001-9B58-ACB44B52B52E}" destId="{2C5E64E4-ABDA-44F3-8EB5-C874AC59642F}" srcOrd="0" destOrd="0" presId="urn:microsoft.com/office/officeart/2005/8/layout/vList6"/>
    <dgm:cxn modelId="{2F281477-77B9-4D29-AF8A-20D08D9AD682}" type="presOf" srcId="{3788C38D-999F-4EF6-A197-C3647E547E6F}" destId="{A4CBC7D3-64D4-431D-A443-44832715E03D}" srcOrd="0" destOrd="0" presId="urn:microsoft.com/office/officeart/2005/8/layout/vList6"/>
    <dgm:cxn modelId="{B1316C58-AB75-4338-A0CC-3CCE7975FD97}" srcId="{DF0BDE20-13E9-4BB7-BC21-927F1B705CA8}" destId="{A821B2B7-2DE4-405B-904A-8FA634D3BF3D}" srcOrd="0" destOrd="0" parTransId="{883190B7-4BF9-4606-9B02-7EDFD006458E}" sibTransId="{F2804700-BA1B-470D-96C9-67F191A445A3}"/>
    <dgm:cxn modelId="{B0509A58-F47C-4706-9C48-F2ACC9B63E67}" type="presOf" srcId="{46DC36CD-907E-4100-BD82-3CA9D28990E3}" destId="{7811693A-ACCF-4126-8F05-04969FD61A61}" srcOrd="0" destOrd="0" presId="urn:microsoft.com/office/officeart/2005/8/layout/vList6"/>
    <dgm:cxn modelId="{6C440A7A-019E-44F9-8BE8-BE86D099362C}" srcId="{A821B2B7-2DE4-405B-904A-8FA634D3BF3D}" destId="{97027BE0-DC4F-4FF7-8501-9F74B57129EA}" srcOrd="0" destOrd="0" parTransId="{12E4FC0F-9366-42F8-97BC-F89DAC72080E}" sibTransId="{DC220F96-2FBD-4C30-B642-94D039AF7625}"/>
    <dgm:cxn modelId="{16893791-B071-4286-AAB8-FB29BF7F1575}" srcId="{DF0BDE20-13E9-4BB7-BC21-927F1B705CA8}" destId="{A4A33244-3834-4001-9B58-ACB44B52B52E}" srcOrd="2" destOrd="0" parTransId="{61DD1D70-06B3-464B-A746-5B58A5A2964E}" sibTransId="{840641BE-42CE-4B01-A1AA-2F0042993C70}"/>
    <dgm:cxn modelId="{22A37098-6F92-4AA3-AD5F-FC535D5A4D68}" srcId="{4520FD44-4369-4673-8049-BC34621D527E}" destId="{3788C38D-999F-4EF6-A197-C3647E547E6F}" srcOrd="0" destOrd="0" parTransId="{C4EE6411-750D-434D-A8BB-04CE0C49CAEB}" sibTransId="{2AEDF3EE-D108-4F27-8322-D97C6179B57C}"/>
    <dgm:cxn modelId="{5F211ABB-F95F-4823-B9E5-0F1570782479}" type="presOf" srcId="{5A5717B5-1BF2-48B0-83C5-CCCCFED22F56}" destId="{FFD72088-55A4-4A06-953D-B18B96ACF828}" srcOrd="0" destOrd="1" presId="urn:microsoft.com/office/officeart/2005/8/layout/vList6"/>
    <dgm:cxn modelId="{9838C2BC-E64A-4F41-9FDE-0DBBFB05E1A0}" srcId="{A821B2B7-2DE4-405B-904A-8FA634D3BF3D}" destId="{5A5717B5-1BF2-48B0-83C5-CCCCFED22F56}" srcOrd="1" destOrd="0" parTransId="{4990E4AC-05FB-49D2-8996-559850C70862}" sibTransId="{0E9718AB-95EC-4FAF-9684-A61321411EAE}"/>
    <dgm:cxn modelId="{96FD5ABD-9F51-4311-BB2E-7BA3E4476A44}" type="presOf" srcId="{97027BE0-DC4F-4FF7-8501-9F74B57129EA}" destId="{FFD72088-55A4-4A06-953D-B18B96ACF828}" srcOrd="0" destOrd="0" presId="urn:microsoft.com/office/officeart/2005/8/layout/vList6"/>
    <dgm:cxn modelId="{364FA6D4-0875-4155-929E-57B2DC96952F}" type="presOf" srcId="{E5891394-93C4-4257-AF12-80C618A92B81}" destId="{A4CBC7D3-64D4-431D-A443-44832715E03D}" srcOrd="0" destOrd="1" presId="urn:microsoft.com/office/officeart/2005/8/layout/vList6"/>
    <dgm:cxn modelId="{BFE246D7-ABFE-4DD4-A896-B9879C30D87B}" type="presOf" srcId="{A821B2B7-2DE4-405B-904A-8FA634D3BF3D}" destId="{9D60490F-F573-49C6-87BF-051FB70506EA}" srcOrd="0" destOrd="0" presId="urn:microsoft.com/office/officeart/2005/8/layout/vList6"/>
    <dgm:cxn modelId="{A7FD08ED-E93F-4D79-B1A5-B54FFEC2F7E1}" type="presOf" srcId="{8CE1DDF6-2FAF-43CF-968B-25FEACFCBE2F}" destId="{7811693A-ACCF-4126-8F05-04969FD61A61}" srcOrd="0" destOrd="1" presId="urn:microsoft.com/office/officeart/2005/8/layout/vList6"/>
    <dgm:cxn modelId="{3CF769F6-E8B7-47A3-B24B-605519674A80}" srcId="{DF0BDE20-13E9-4BB7-BC21-927F1B705CA8}" destId="{4520FD44-4369-4673-8049-BC34621D527E}" srcOrd="1" destOrd="0" parTransId="{A678A8D2-FED7-43C9-A6DB-B1FE282E35DB}" sibTransId="{DF6138B3-8B92-4E9A-95CF-40DF695B3283}"/>
    <dgm:cxn modelId="{E4C3B4FC-5AA2-447E-A0BB-E65F1B75D057}" type="presOf" srcId="{4520FD44-4369-4673-8049-BC34621D527E}" destId="{63FE1E66-F0DB-45B3-A5F8-52EEE3308AF1}" srcOrd="0" destOrd="0" presId="urn:microsoft.com/office/officeart/2005/8/layout/vList6"/>
    <dgm:cxn modelId="{13C58CFE-5302-4BAA-A92C-7B5791441F93}" srcId="{A4A33244-3834-4001-9B58-ACB44B52B52E}" destId="{46DC36CD-907E-4100-BD82-3CA9D28990E3}" srcOrd="0" destOrd="0" parTransId="{3DF2B801-25FC-4228-A774-41BC73D28A64}" sibTransId="{BF0104A6-F8FA-47E1-9633-87F35E7D2A27}"/>
    <dgm:cxn modelId="{86D83C01-A157-404D-9785-66E4FA6E88C5}" type="presParOf" srcId="{DB28FA64-8588-41EC-97B2-B7A17B3B8326}" destId="{E99C71EB-285E-4152-9DDA-329714BB1BD2}" srcOrd="0" destOrd="0" presId="urn:microsoft.com/office/officeart/2005/8/layout/vList6"/>
    <dgm:cxn modelId="{DF19BD51-8D28-4E53-AFBC-0F5315585F51}" type="presParOf" srcId="{E99C71EB-285E-4152-9DDA-329714BB1BD2}" destId="{9D60490F-F573-49C6-87BF-051FB70506EA}" srcOrd="0" destOrd="0" presId="urn:microsoft.com/office/officeart/2005/8/layout/vList6"/>
    <dgm:cxn modelId="{4E70F2AA-73DA-4DAC-92F5-9C42237077A7}" type="presParOf" srcId="{E99C71EB-285E-4152-9DDA-329714BB1BD2}" destId="{FFD72088-55A4-4A06-953D-B18B96ACF828}" srcOrd="1" destOrd="0" presId="urn:microsoft.com/office/officeart/2005/8/layout/vList6"/>
    <dgm:cxn modelId="{3004F3DD-0D77-454C-B68D-46D58498AC89}" type="presParOf" srcId="{DB28FA64-8588-41EC-97B2-B7A17B3B8326}" destId="{E406C490-17AE-43F1-810A-8002BA59196B}" srcOrd="1" destOrd="0" presId="urn:microsoft.com/office/officeart/2005/8/layout/vList6"/>
    <dgm:cxn modelId="{5B83C84F-E14D-4C9A-B85F-10F32E469EB1}" type="presParOf" srcId="{DB28FA64-8588-41EC-97B2-B7A17B3B8326}" destId="{E944EF06-54DA-47E6-A068-8FA559196ACC}" srcOrd="2" destOrd="0" presId="urn:microsoft.com/office/officeart/2005/8/layout/vList6"/>
    <dgm:cxn modelId="{A4992DD4-8C3B-429F-8592-4A7CB8F1D25A}" type="presParOf" srcId="{E944EF06-54DA-47E6-A068-8FA559196ACC}" destId="{63FE1E66-F0DB-45B3-A5F8-52EEE3308AF1}" srcOrd="0" destOrd="0" presId="urn:microsoft.com/office/officeart/2005/8/layout/vList6"/>
    <dgm:cxn modelId="{DDF2F15B-EFD9-45B2-B9FC-3D0259D7E3AA}" type="presParOf" srcId="{E944EF06-54DA-47E6-A068-8FA559196ACC}" destId="{A4CBC7D3-64D4-431D-A443-44832715E03D}" srcOrd="1" destOrd="0" presId="urn:microsoft.com/office/officeart/2005/8/layout/vList6"/>
    <dgm:cxn modelId="{2CCDAA66-A9B9-4A64-A71A-9A81FCB7DDC6}" type="presParOf" srcId="{DB28FA64-8588-41EC-97B2-B7A17B3B8326}" destId="{091A1379-1C61-43D9-8DDA-4EB0EEDB4067}" srcOrd="3" destOrd="0" presId="urn:microsoft.com/office/officeart/2005/8/layout/vList6"/>
    <dgm:cxn modelId="{CAED6FA5-93AF-4B7C-8865-AF22CDB17F79}" type="presParOf" srcId="{DB28FA64-8588-41EC-97B2-B7A17B3B8326}" destId="{E2CE1E90-2972-41E7-B1AA-69F2096F35C5}" srcOrd="4" destOrd="0" presId="urn:microsoft.com/office/officeart/2005/8/layout/vList6"/>
    <dgm:cxn modelId="{C8CB506B-09F1-4F6F-8316-A80B453853B5}" type="presParOf" srcId="{E2CE1E90-2972-41E7-B1AA-69F2096F35C5}" destId="{2C5E64E4-ABDA-44F3-8EB5-C874AC59642F}" srcOrd="0" destOrd="0" presId="urn:microsoft.com/office/officeart/2005/8/layout/vList6"/>
    <dgm:cxn modelId="{DD61702F-2874-4057-87DA-129826262281}" type="presParOf" srcId="{E2CE1E90-2972-41E7-B1AA-69F2096F35C5}" destId="{7811693A-ACCF-4126-8F05-04969FD61A61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72088-55A4-4A06-953D-B18B96ACF828}">
      <dsp:nvSpPr>
        <dsp:cNvPr id="0" name=""/>
        <dsp:cNvSpPr/>
      </dsp:nvSpPr>
      <dsp:spPr>
        <a:xfrm>
          <a:off x="3251199" y="0"/>
          <a:ext cx="4876800" cy="169333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700" kern="1200" dirty="0"/>
            <a:t>Quantitative: Secondary data Kaggle CSV and Met </a:t>
          </a:r>
          <a:r>
            <a:rPr lang="en-IE" sz="1700" kern="1200" dirty="0" err="1"/>
            <a:t>Èireann</a:t>
          </a:r>
          <a:endParaRPr lang="en-IE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700" kern="1200" dirty="0"/>
            <a:t>Synthetic: AI generated events dataset</a:t>
          </a:r>
        </a:p>
      </dsp:txBody>
      <dsp:txXfrm>
        <a:off x="3251199" y="211667"/>
        <a:ext cx="4241800" cy="1269999"/>
      </dsp:txXfrm>
    </dsp:sp>
    <dsp:sp modelId="{9D60490F-F573-49C6-87BF-051FB70506EA}">
      <dsp:nvSpPr>
        <dsp:cNvPr id="0" name=""/>
        <dsp:cNvSpPr/>
      </dsp:nvSpPr>
      <dsp:spPr>
        <a:xfrm>
          <a:off x="18287" y="0"/>
          <a:ext cx="3251200" cy="1693333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 dirty="0"/>
            <a:t>Data Collection and Exploration</a:t>
          </a:r>
        </a:p>
      </dsp:txBody>
      <dsp:txXfrm>
        <a:off x="100949" y="82662"/>
        <a:ext cx="3085876" cy="1528009"/>
      </dsp:txXfrm>
    </dsp:sp>
    <dsp:sp modelId="{A4CBC7D3-64D4-431D-A443-44832715E03D}">
      <dsp:nvSpPr>
        <dsp:cNvPr id="0" name=""/>
        <dsp:cNvSpPr/>
      </dsp:nvSpPr>
      <dsp:spPr>
        <a:xfrm>
          <a:off x="3251199" y="1862666"/>
          <a:ext cx="4876800" cy="169333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700" kern="1200" dirty="0"/>
            <a:t>Tools: Python, Pandas and </a:t>
          </a:r>
          <a:r>
            <a:rPr lang="en-IE" sz="1700" kern="1200" dirty="0" err="1"/>
            <a:t>Jupyter</a:t>
          </a:r>
          <a:r>
            <a:rPr lang="en-IE" sz="1700" kern="1200" dirty="0"/>
            <a:t> Notebook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700" kern="1200" dirty="0"/>
            <a:t>Methods: Feature Engineering, Lag features, Cyclical encoding, One-hot Encoding</a:t>
          </a:r>
        </a:p>
      </dsp:txBody>
      <dsp:txXfrm>
        <a:off x="3251199" y="2074333"/>
        <a:ext cx="4241800" cy="1269999"/>
      </dsp:txXfrm>
    </dsp:sp>
    <dsp:sp modelId="{63FE1E66-F0DB-45B3-A5F8-52EEE3308AF1}">
      <dsp:nvSpPr>
        <dsp:cNvPr id="0" name=""/>
        <dsp:cNvSpPr/>
      </dsp:nvSpPr>
      <dsp:spPr>
        <a:xfrm>
          <a:off x="0" y="1862666"/>
          <a:ext cx="3251200" cy="1693333"/>
        </a:xfrm>
        <a:prstGeom prst="roundRect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 dirty="0"/>
            <a:t>Data Preparation</a:t>
          </a:r>
        </a:p>
      </dsp:txBody>
      <dsp:txXfrm>
        <a:off x="82662" y="1945328"/>
        <a:ext cx="3085876" cy="1528009"/>
      </dsp:txXfrm>
    </dsp:sp>
    <dsp:sp modelId="{7811693A-ACCF-4126-8F05-04969FD61A61}">
      <dsp:nvSpPr>
        <dsp:cNvPr id="0" name=""/>
        <dsp:cNvSpPr/>
      </dsp:nvSpPr>
      <dsp:spPr>
        <a:xfrm>
          <a:off x="3251199" y="3725333"/>
          <a:ext cx="4876800" cy="169333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700" kern="1200" dirty="0"/>
            <a:t>Tools: Scikit-learn, Random Forest and </a:t>
          </a:r>
          <a:r>
            <a:rPr lang="en-IE" sz="1700" kern="1200" dirty="0" err="1"/>
            <a:t>TimeSeriesSplit</a:t>
          </a:r>
          <a:endParaRPr lang="en-IE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700" kern="1200" dirty="0"/>
            <a:t>Methods: Cross-validation, 80/20 split, R2 and MAE</a:t>
          </a:r>
        </a:p>
      </dsp:txBody>
      <dsp:txXfrm>
        <a:off x="3251199" y="3937000"/>
        <a:ext cx="4241800" cy="1269999"/>
      </dsp:txXfrm>
    </dsp:sp>
    <dsp:sp modelId="{2C5E64E4-ABDA-44F3-8EB5-C874AC59642F}">
      <dsp:nvSpPr>
        <dsp:cNvPr id="0" name=""/>
        <dsp:cNvSpPr/>
      </dsp:nvSpPr>
      <dsp:spPr>
        <a:xfrm>
          <a:off x="0" y="3725333"/>
          <a:ext cx="3251200" cy="1693333"/>
        </a:xfrm>
        <a:prstGeom prst="roundRect">
          <a:avLst/>
        </a:prstGeom>
        <a:solidFill>
          <a:schemeClr val="accent1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300" kern="1200" dirty="0"/>
            <a:t>Modelling and Evaluation</a:t>
          </a:r>
        </a:p>
      </dsp:txBody>
      <dsp:txXfrm>
        <a:off x="82662" y="3807995"/>
        <a:ext cx="3085876" cy="1528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18064-E188-BC89-F674-9B672B446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AD45B-E528-E6FF-E4BC-C39B5A029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AF354-5A97-1361-A18D-DBEFB08C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DF59-EEAE-F098-8799-B3758C67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FBAF3-0F25-EB46-12EF-4A348595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8998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44C9-5785-FA6D-54A1-0AA66E4B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19376-79AE-C280-AA18-CB11D0BE4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BA75C-22F3-0342-418F-97ECCD487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8D411-FBC6-1EA4-A525-CCB7F433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F5B53-5873-1D03-4ECA-841AA696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6487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A944-312F-62FD-AE8B-A42603C9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28ABD-1CC8-D0E8-16D9-814C8A87E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9A4FE-1958-6B1E-A4C9-61E6C217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19F4C-76AE-E9AD-26F1-36B7223A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C3AD4-1683-055E-D65C-92AF8810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661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0BCB3-A621-3FEF-4025-04C30DBC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8AC3C-6860-D3C6-3189-DF7A61B4D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625A5-A4F2-752B-DD6B-ADB46DC0F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1A7EA-0B7E-68A4-6D63-4902516D3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E6750-58AA-51E5-972B-9AA0B07A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4EDE4-FD2E-C609-D28A-30FFF24C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5750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D78D-2DC2-936B-BCDD-80E9EE3FD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883DC-4C79-D4D2-BA04-2901BC9E4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02010-D488-F2D1-9296-51D822E7C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5DDAD-7B0B-6985-15C5-6A5B947CA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43212-B300-243C-DCEF-1CF50252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E0CEF-2173-6700-60F7-DDE71871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11D9D-373E-83D6-A97E-F9FA62B66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4BBB0F-96C5-48AC-019F-4B7BB006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861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3049-7791-A788-C65F-678CB2C3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8A732-B601-8B63-D295-91A84631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95E27-631D-F32C-7C7C-6744B9CEB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87372-C87D-0613-AB21-2F11C004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402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D79515-D5D6-EDB2-BE32-CF8365A2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18117-BF24-84D3-824C-75839663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BB8F9-B8A5-C733-7367-525B97B76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0507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9ACDA-E0B4-FD9C-37AC-50D51500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92BAE-4EC5-7C5C-3548-CB43CEE3F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BF881-CB41-69D1-4D8E-A4D902320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523B3-0B07-776F-FD0D-CFAFF070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EDE45-9753-1AE3-B512-B8AED1295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6F62F-A133-EAE0-03A5-4AAB2903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537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3C988-59CF-0065-266B-1EA25955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4A7EBC-DC36-37D7-DB04-85A8346B4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2EBCA-70BD-CE44-7F2F-2E7A06272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23431-6500-274C-B3DF-BB153E3BC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D0834-D9BC-F5AE-6BD3-5F71C446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6DFED-AE7A-CE07-506F-F7BBEE56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876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3F845-99D2-E669-196C-F16FA9C6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B00E5-E8D4-BAEA-1BD7-C2979039C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4AB4-4741-BF9F-1A88-6583A41B0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BC43B-854D-7005-6B0D-F0FCB176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54105-5A51-EF50-4D06-C679B209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6758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E259A0-FE5A-AB22-DEDA-CD9D058D8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C90C6-9D59-3433-E064-A4FD5F22D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96C54-0A0F-6ADD-65BC-E55EABB2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363C0-2BE7-FAFD-98B3-C0EC053A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7A6E1-D2D5-FE7A-23ED-C79E133C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37229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F9EFBB-DFC4-A692-BEBA-7E664CCEF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27232-BCAD-B2C5-C27D-4319277A4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8F4A8-BD3E-E5C7-04DA-B3697F80E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0873F-88FA-4D84-903B-94C4B021519E}" type="datetimeFigureOut">
              <a:rPr lang="en-IE" smtClean="0"/>
              <a:t>31/05/2026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F7F14-45C5-D026-42CA-0B5B93164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45ED0-6964-811E-1956-069B9EBA1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6E3EC-CBE3-4BDA-B04C-0EB71B78A49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0789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99F689-5CEB-7A43-CE16-B9C467E4F961}"/>
              </a:ext>
            </a:extLst>
          </p:cNvPr>
          <p:cNvSpPr/>
          <p:nvPr/>
        </p:nvSpPr>
        <p:spPr>
          <a:xfrm>
            <a:off x="1277112" y="377952"/>
            <a:ext cx="2356104" cy="737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Occupancy data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6B6519-1D4C-2BBA-7F3D-F8CA1F92607E}"/>
              </a:ext>
            </a:extLst>
          </p:cNvPr>
          <p:cNvSpPr/>
          <p:nvPr/>
        </p:nvSpPr>
        <p:spPr>
          <a:xfrm>
            <a:off x="8196072" y="377952"/>
            <a:ext cx="2356104" cy="737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Events data 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80ACBF-793F-DAB5-E25A-4E7AB6E16944}"/>
              </a:ext>
            </a:extLst>
          </p:cNvPr>
          <p:cNvSpPr/>
          <p:nvPr/>
        </p:nvSpPr>
        <p:spPr>
          <a:xfrm>
            <a:off x="4700016" y="377952"/>
            <a:ext cx="2356104" cy="737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Weather data 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2C31C6-FEBE-4510-12C1-B535F830615F}"/>
              </a:ext>
            </a:extLst>
          </p:cNvPr>
          <p:cNvSpPr/>
          <p:nvPr/>
        </p:nvSpPr>
        <p:spPr>
          <a:xfrm>
            <a:off x="4157472" y="1856994"/>
            <a:ext cx="3441192" cy="737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Data preparation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B2ACD0-01CA-DCD6-8778-5457EF0D734F}"/>
              </a:ext>
            </a:extLst>
          </p:cNvPr>
          <p:cNvSpPr/>
          <p:nvPr/>
        </p:nvSpPr>
        <p:spPr>
          <a:xfrm>
            <a:off x="4171188" y="3039618"/>
            <a:ext cx="3441192" cy="737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Random Forest Regression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1202F0-FD8A-8DB3-EE1F-0986507390D8}"/>
              </a:ext>
            </a:extLst>
          </p:cNvPr>
          <p:cNvSpPr/>
          <p:nvPr/>
        </p:nvSpPr>
        <p:spPr>
          <a:xfrm>
            <a:off x="8196072" y="4524755"/>
            <a:ext cx="2356104" cy="737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MAE = 16.66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E33731-27D6-4BD5-5C23-05A99A8D5E91}"/>
              </a:ext>
            </a:extLst>
          </p:cNvPr>
          <p:cNvSpPr/>
          <p:nvPr/>
        </p:nvSpPr>
        <p:spPr>
          <a:xfrm>
            <a:off x="1277112" y="4524755"/>
            <a:ext cx="2356104" cy="737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R2 = .7133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865174-01F5-EDC3-7E47-7A8163C04794}"/>
              </a:ext>
            </a:extLst>
          </p:cNvPr>
          <p:cNvSpPr/>
          <p:nvPr/>
        </p:nvSpPr>
        <p:spPr>
          <a:xfrm>
            <a:off x="4157472" y="6027422"/>
            <a:ext cx="3441192" cy="737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Staffing Recommendation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28E8CA-4C57-FEAF-27B9-78B6D97F37C4}"/>
              </a:ext>
            </a:extLst>
          </p:cNvPr>
          <p:cNvCxnSpPr>
            <a:cxnSpLocks/>
          </p:cNvCxnSpPr>
          <p:nvPr/>
        </p:nvCxnSpPr>
        <p:spPr>
          <a:xfrm>
            <a:off x="2295144" y="1277112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A2E48E-5A1B-E35F-94DA-A4698FCBA782}"/>
              </a:ext>
            </a:extLst>
          </p:cNvPr>
          <p:cNvCxnSpPr/>
          <p:nvPr/>
        </p:nvCxnSpPr>
        <p:spPr>
          <a:xfrm>
            <a:off x="5878068" y="1242060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63F2E6-C357-B190-FABF-A2633B223751}"/>
              </a:ext>
            </a:extLst>
          </p:cNvPr>
          <p:cNvCxnSpPr/>
          <p:nvPr/>
        </p:nvCxnSpPr>
        <p:spPr>
          <a:xfrm>
            <a:off x="9488424" y="1242060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36C211-18D5-E82C-4417-D73C8470A48F}"/>
              </a:ext>
            </a:extLst>
          </p:cNvPr>
          <p:cNvCxnSpPr/>
          <p:nvPr/>
        </p:nvCxnSpPr>
        <p:spPr>
          <a:xfrm>
            <a:off x="9374124" y="5333999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CDD002-7AB0-04F9-37F2-8E6B120EDCDD}"/>
              </a:ext>
            </a:extLst>
          </p:cNvPr>
          <p:cNvCxnSpPr/>
          <p:nvPr/>
        </p:nvCxnSpPr>
        <p:spPr>
          <a:xfrm>
            <a:off x="2316480" y="5341619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2BEB53-3221-7DEE-0BF0-67C7809A7AD7}"/>
              </a:ext>
            </a:extLst>
          </p:cNvPr>
          <p:cNvCxnSpPr/>
          <p:nvPr/>
        </p:nvCxnSpPr>
        <p:spPr>
          <a:xfrm>
            <a:off x="5907024" y="3865626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BBE5DF-492F-DC06-BFE5-4858B087D16D}"/>
              </a:ext>
            </a:extLst>
          </p:cNvPr>
          <p:cNvCxnSpPr/>
          <p:nvPr/>
        </p:nvCxnSpPr>
        <p:spPr>
          <a:xfrm>
            <a:off x="5907024" y="2701290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051FCB-1BF1-CB86-5067-D2D465CA538C}"/>
              </a:ext>
            </a:extLst>
          </p:cNvPr>
          <p:cNvCxnSpPr/>
          <p:nvPr/>
        </p:nvCxnSpPr>
        <p:spPr>
          <a:xfrm>
            <a:off x="2295144" y="1554480"/>
            <a:ext cx="7193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3F79BB4-8EBF-E562-AF85-2F353D9CDDAA}"/>
              </a:ext>
            </a:extLst>
          </p:cNvPr>
          <p:cNvCxnSpPr/>
          <p:nvPr/>
        </p:nvCxnSpPr>
        <p:spPr>
          <a:xfrm>
            <a:off x="5878068" y="1554480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515726-1579-64ED-8041-533811763082}"/>
              </a:ext>
            </a:extLst>
          </p:cNvPr>
          <p:cNvCxnSpPr/>
          <p:nvPr/>
        </p:nvCxnSpPr>
        <p:spPr>
          <a:xfrm>
            <a:off x="2281428" y="4184904"/>
            <a:ext cx="7193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9C9DE9-7B78-067F-98A7-4A65183D2DCF}"/>
              </a:ext>
            </a:extLst>
          </p:cNvPr>
          <p:cNvCxnSpPr>
            <a:cxnSpLocks/>
          </p:cNvCxnSpPr>
          <p:nvPr/>
        </p:nvCxnSpPr>
        <p:spPr>
          <a:xfrm>
            <a:off x="2295144" y="4184904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9A6FC95-53B7-C2B4-AB91-11B5146BA9D0}"/>
              </a:ext>
            </a:extLst>
          </p:cNvPr>
          <p:cNvCxnSpPr/>
          <p:nvPr/>
        </p:nvCxnSpPr>
        <p:spPr>
          <a:xfrm>
            <a:off x="9474708" y="4184904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2629D71-75AD-D260-1C39-78F7A80E7AF4}"/>
              </a:ext>
            </a:extLst>
          </p:cNvPr>
          <p:cNvCxnSpPr/>
          <p:nvPr/>
        </p:nvCxnSpPr>
        <p:spPr>
          <a:xfrm>
            <a:off x="2281428" y="5644896"/>
            <a:ext cx="7193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F5D673-2105-7716-0CD0-6608BA2B56DD}"/>
              </a:ext>
            </a:extLst>
          </p:cNvPr>
          <p:cNvCxnSpPr/>
          <p:nvPr/>
        </p:nvCxnSpPr>
        <p:spPr>
          <a:xfrm>
            <a:off x="5878068" y="5644896"/>
            <a:ext cx="0" cy="19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21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7F86AE2-FF0C-9B4D-55E5-86606AE022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428172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03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B3BC-DEAB-D322-C925-2E4BC1F2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091B90-4CB8-993D-97F1-DAEA86EC8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672" y="540774"/>
            <a:ext cx="7750042" cy="512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4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3048-016F-2376-39ED-AE1E96C0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CDFDC2E-08BC-2F30-00E7-6160E2C8A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952789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933695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2933270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172446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Occupancy Data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2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Arrivals, stay length, guests, ADR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119,390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065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Non cancelled booking filtered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/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46,228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52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Final daily occupancy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/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793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88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EE8D9C1A-159C-028C-29AD-8659F7BD97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6558438"/>
              </p:ext>
            </p:extLst>
          </p:nvPr>
        </p:nvGraphicFramePr>
        <p:xfrm>
          <a:off x="838200" y="3549016"/>
          <a:ext cx="10515597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933695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2933270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172446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Weather Data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2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Daily max temp, rainfall, weather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1096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065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40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128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Lujan</dc:creator>
  <cp:lastModifiedBy>Laura Lujan</cp:lastModifiedBy>
  <cp:revision>1</cp:revision>
  <dcterms:created xsi:type="dcterms:W3CDTF">2026-05-31T22:01:19Z</dcterms:created>
  <dcterms:modified xsi:type="dcterms:W3CDTF">2026-05-31T22:23:24Z</dcterms:modified>
</cp:coreProperties>
</file>