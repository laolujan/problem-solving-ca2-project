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7" r:id="rId2"/>
    <p:sldMasterId id="2147483653" r:id="rId3"/>
  </p:sldMasterIdLst>
  <p:notesMasterIdLst>
    <p:notesMasterId r:id="rId5"/>
  </p:notesMasterIdLst>
  <p:handoutMasterIdLst>
    <p:handoutMasterId r:id="rId6"/>
  </p:handoutMasterIdLst>
  <p:sldIdLst>
    <p:sldId id="258" r:id="rId4"/>
  </p:sldIdLst>
  <p:sldSz cx="43891200" cy="32918400"/>
  <p:notesSz cx="6858000" cy="9144000"/>
  <p:defaultText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p15:clr>
            <a:srgbClr val="A4A3A4"/>
          </p15:clr>
        </p15:guide>
        <p15:guide id="2" orient="horz" pos="288">
          <p15:clr>
            <a:srgbClr val="A4A3A4"/>
          </p15:clr>
        </p15:guide>
        <p15:guide id="3" orient="horz" pos="20160">
          <p15:clr>
            <a:srgbClr val="A4A3A4"/>
          </p15:clr>
        </p15:guide>
        <p15:guide id="4" orient="horz">
          <p15:clr>
            <a:srgbClr val="A4A3A4"/>
          </p15:clr>
        </p15:guide>
        <p15:guide id="5" pos="581">
          <p15:clr>
            <a:srgbClr val="A4A3A4"/>
          </p15:clr>
        </p15:guide>
        <p15:guide id="6" pos="27069">
          <p15:clr>
            <a:srgbClr val="A4A3A4"/>
          </p15:clr>
        </p15:guide>
        <p15:guide id="7" orient="horz" pos="3298">
          <p15:clr>
            <a:srgbClr val="A4A3A4"/>
          </p15:clr>
        </p15:guide>
        <p15:guide id="8" orient="horz" pos="20735">
          <p15:clr>
            <a:srgbClr val="A4A3A4"/>
          </p15:clr>
        </p15:guide>
        <p15:guide id="9" pos="320">
          <p15:clr>
            <a:srgbClr val="A4A3A4"/>
          </p15:clr>
        </p15:guide>
        <p15:guide id="10" pos="27647">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35C6E7-5499-42E0-B8E1-E892D250CE58}" v="26" dt="2026-05-31T22:15:08.30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58" autoAdjust="0"/>
    <p:restoredTop sz="94434" autoAdjust="0"/>
  </p:normalViewPr>
  <p:slideViewPr>
    <p:cSldViewPr snapToGrid="0" snapToObjects="1" showGuides="1">
      <p:cViewPr>
        <p:scale>
          <a:sx n="50" d="100"/>
          <a:sy n="50" d="100"/>
        </p:scale>
        <p:origin x="-468" y="-294"/>
      </p:cViewPr>
      <p:guideLst>
        <p:guide orient="horz" pos="3318"/>
        <p:guide orient="horz" pos="288"/>
        <p:guide orient="horz" pos="20160"/>
        <p:guide orient="horz"/>
        <p:guide pos="581"/>
        <p:guide pos="27069"/>
        <p:guide orient="horz" pos="3298"/>
        <p:guide orient="horz" pos="20735"/>
        <p:guide pos="320"/>
        <p:guide pos="2764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56" d="100"/>
          <a:sy n="56" d="100"/>
        </p:scale>
        <p:origin x="-2886"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microsoft.com/office/2015/10/relationships/revisionInfo" Target="revisionInfo.xml"/><Relationship Id="rId3" Type="http://schemas.openxmlformats.org/officeDocument/2006/relationships/slideMaster" Target="slideMasters/slideMaster3.xml"/><Relationship Id="rId7" Type="http://schemas.openxmlformats.org/officeDocument/2006/relationships/commentAuthors" Target="commentAuthors.xml"/><Relationship Id="rId12" Type="http://schemas.microsoft.com/office/2016/11/relationships/changesInfo" Target="changesInfos/changesInfo1.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handoutMaster" Target="handoutMasters/handoutMaster1.xml"/><Relationship Id="rId11" Type="http://schemas.openxmlformats.org/officeDocument/2006/relationships/tableStyles" Target="tableStyles.xml"/><Relationship Id="rId5" Type="http://schemas.openxmlformats.org/officeDocument/2006/relationships/notesMaster" Target="notesMasters/notesMaster1.xml"/><Relationship Id="rId10"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aura Lujan" userId="da8756df24445728" providerId="LiveId" clId="{A86C11ED-B9B4-4AE9-9A57-E5E63AAEA8AA}"/>
    <pc:docChg chg="undo custSel modSld">
      <pc:chgData name="Laura Lujan" userId="da8756df24445728" providerId="LiveId" clId="{A86C11ED-B9B4-4AE9-9A57-E5E63AAEA8AA}" dt="2026-05-31T22:15:29.301" v="274" actId="313"/>
      <pc:docMkLst>
        <pc:docMk/>
      </pc:docMkLst>
      <pc:sldChg chg="addSp delSp modSp mod">
        <pc:chgData name="Laura Lujan" userId="da8756df24445728" providerId="LiveId" clId="{A86C11ED-B9B4-4AE9-9A57-E5E63AAEA8AA}" dt="2026-05-31T22:15:29.301" v="274" actId="313"/>
        <pc:sldMkLst>
          <pc:docMk/>
          <pc:sldMk cId="3160527046" sldId="258"/>
        </pc:sldMkLst>
        <pc:spChg chg="mod">
          <ac:chgData name="Laura Lujan" userId="da8756df24445728" providerId="LiveId" clId="{A86C11ED-B9B4-4AE9-9A57-E5E63AAEA8AA}" dt="2026-05-31T21:39:03.382" v="17"/>
          <ac:spMkLst>
            <pc:docMk/>
            <pc:sldMk cId="3160527046" sldId="258"/>
            <ac:spMk id="2" creationId="{00000000-0000-0000-0000-000000000000}"/>
          </ac:spMkLst>
        </pc:spChg>
        <pc:spChg chg="mod">
          <ac:chgData name="Laura Lujan" userId="da8756df24445728" providerId="LiveId" clId="{A86C11ED-B9B4-4AE9-9A57-E5E63AAEA8AA}" dt="2026-05-31T22:15:29.301" v="274" actId="313"/>
          <ac:spMkLst>
            <pc:docMk/>
            <pc:sldMk cId="3160527046" sldId="258"/>
            <ac:spMk id="5" creationId="{00000000-0000-0000-0000-000000000000}"/>
          </ac:spMkLst>
        </pc:spChg>
        <pc:spChg chg="add">
          <ac:chgData name="Laura Lujan" userId="da8756df24445728" providerId="LiveId" clId="{A86C11ED-B9B4-4AE9-9A57-E5E63AAEA8AA}" dt="2026-05-31T21:42:26.228" v="87"/>
          <ac:spMkLst>
            <pc:docMk/>
            <pc:sldMk cId="3160527046" sldId="258"/>
            <ac:spMk id="12" creationId="{31FD67F6-1755-F58E-25F2-B43538E77844}"/>
          </ac:spMkLst>
        </pc:spChg>
        <pc:spChg chg="add">
          <ac:chgData name="Laura Lujan" userId="da8756df24445728" providerId="LiveId" clId="{A86C11ED-B9B4-4AE9-9A57-E5E63AAEA8AA}" dt="2026-05-31T21:42:26.228" v="87"/>
          <ac:spMkLst>
            <pc:docMk/>
            <pc:sldMk cId="3160527046" sldId="258"/>
            <ac:spMk id="13" creationId="{0678B127-8370-B026-B9FA-BAAF3185D012}"/>
          </ac:spMkLst>
        </pc:spChg>
        <pc:spChg chg="add">
          <ac:chgData name="Laura Lujan" userId="da8756df24445728" providerId="LiveId" clId="{A86C11ED-B9B4-4AE9-9A57-E5E63AAEA8AA}" dt="2026-05-31T21:42:26.228" v="87"/>
          <ac:spMkLst>
            <pc:docMk/>
            <pc:sldMk cId="3160527046" sldId="258"/>
            <ac:spMk id="14" creationId="{EC6730D1-3B02-3379-FF48-823C83650E81}"/>
          </ac:spMkLst>
        </pc:spChg>
        <pc:spChg chg="add">
          <ac:chgData name="Laura Lujan" userId="da8756df24445728" providerId="LiveId" clId="{A86C11ED-B9B4-4AE9-9A57-E5E63AAEA8AA}" dt="2026-05-31T21:42:26.228" v="87"/>
          <ac:spMkLst>
            <pc:docMk/>
            <pc:sldMk cId="3160527046" sldId="258"/>
            <ac:spMk id="15" creationId="{F2FD415C-30CD-14E5-F9B4-9993E0D26DA8}"/>
          </ac:spMkLst>
        </pc:spChg>
        <pc:spChg chg="mod">
          <ac:chgData name="Laura Lujan" userId="da8756df24445728" providerId="LiveId" clId="{A86C11ED-B9B4-4AE9-9A57-E5E63AAEA8AA}" dt="2026-05-31T21:37:56.183" v="6" actId="20577"/>
          <ac:spMkLst>
            <pc:docMk/>
            <pc:sldMk cId="3160527046" sldId="258"/>
            <ac:spMk id="16" creationId="{00000000-0000-0000-0000-000000000000}"/>
          </ac:spMkLst>
        </pc:spChg>
        <pc:spChg chg="add">
          <ac:chgData name="Laura Lujan" userId="da8756df24445728" providerId="LiveId" clId="{A86C11ED-B9B4-4AE9-9A57-E5E63AAEA8AA}" dt="2026-05-31T21:42:26.228" v="87"/>
          <ac:spMkLst>
            <pc:docMk/>
            <pc:sldMk cId="3160527046" sldId="258"/>
            <ac:spMk id="17" creationId="{032E7DD9-615A-70D9-CDDD-3A67DA5D7953}"/>
          </ac:spMkLst>
        </pc:spChg>
        <pc:spChg chg="mod">
          <ac:chgData name="Laura Lujan" userId="da8756df24445728" providerId="LiveId" clId="{A86C11ED-B9B4-4AE9-9A57-E5E63AAEA8AA}" dt="2026-05-31T21:38:26.784" v="10" actId="313"/>
          <ac:spMkLst>
            <pc:docMk/>
            <pc:sldMk cId="3160527046" sldId="258"/>
            <ac:spMk id="18" creationId="{00000000-0000-0000-0000-000000000000}"/>
          </ac:spMkLst>
        </pc:spChg>
        <pc:spChg chg="add">
          <ac:chgData name="Laura Lujan" userId="da8756df24445728" providerId="LiveId" clId="{A86C11ED-B9B4-4AE9-9A57-E5E63AAEA8AA}" dt="2026-05-31T21:42:26.228" v="87"/>
          <ac:spMkLst>
            <pc:docMk/>
            <pc:sldMk cId="3160527046" sldId="258"/>
            <ac:spMk id="21" creationId="{1A50B5DA-BA8E-98F8-FC2B-F10D86B01851}"/>
          </ac:spMkLst>
        </pc:spChg>
        <pc:spChg chg="add">
          <ac:chgData name="Laura Lujan" userId="da8756df24445728" providerId="LiveId" clId="{A86C11ED-B9B4-4AE9-9A57-E5E63AAEA8AA}" dt="2026-05-31T21:42:26.228" v="87"/>
          <ac:spMkLst>
            <pc:docMk/>
            <pc:sldMk cId="3160527046" sldId="258"/>
            <ac:spMk id="23" creationId="{F84870A9-6581-9D3C-3BB9-D34AD590D09B}"/>
          </ac:spMkLst>
        </pc:spChg>
        <pc:spChg chg="add">
          <ac:chgData name="Laura Lujan" userId="da8756df24445728" providerId="LiveId" clId="{A86C11ED-B9B4-4AE9-9A57-E5E63AAEA8AA}" dt="2026-05-31T21:42:33.656" v="88"/>
          <ac:spMkLst>
            <pc:docMk/>
            <pc:sldMk cId="3160527046" sldId="258"/>
            <ac:spMk id="24" creationId="{6BA1EA66-1C82-E032-9997-A4F22D91E31F}"/>
          </ac:spMkLst>
        </pc:spChg>
        <pc:spChg chg="add">
          <ac:chgData name="Laura Lujan" userId="da8756df24445728" providerId="LiveId" clId="{A86C11ED-B9B4-4AE9-9A57-E5E63AAEA8AA}" dt="2026-05-31T21:42:33.656" v="88"/>
          <ac:spMkLst>
            <pc:docMk/>
            <pc:sldMk cId="3160527046" sldId="258"/>
            <ac:spMk id="26" creationId="{70052605-FACD-DD93-122A-ABB876B397F0}"/>
          </ac:spMkLst>
        </pc:spChg>
        <pc:spChg chg="mod">
          <ac:chgData name="Laura Lujan" userId="da8756df24445728" providerId="LiveId" clId="{A86C11ED-B9B4-4AE9-9A57-E5E63AAEA8AA}" dt="2026-05-31T21:45:16.721" v="223" actId="108"/>
          <ac:spMkLst>
            <pc:docMk/>
            <pc:sldMk cId="3160527046" sldId="258"/>
            <ac:spMk id="32" creationId="{00000000-0000-0000-0000-000000000000}"/>
          </ac:spMkLst>
        </pc:spChg>
        <pc:spChg chg="add">
          <ac:chgData name="Laura Lujan" userId="da8756df24445728" providerId="LiveId" clId="{A86C11ED-B9B4-4AE9-9A57-E5E63AAEA8AA}" dt="2026-05-31T21:42:33.656" v="88"/>
          <ac:spMkLst>
            <pc:docMk/>
            <pc:sldMk cId="3160527046" sldId="258"/>
            <ac:spMk id="33" creationId="{A0B2205D-3F4C-B22B-FF25-35E42AFF2A25}"/>
          </ac:spMkLst>
        </pc:spChg>
        <pc:spChg chg="mod">
          <ac:chgData name="Laura Lujan" userId="da8756df24445728" providerId="LiveId" clId="{A86C11ED-B9B4-4AE9-9A57-E5E63AAEA8AA}" dt="2026-05-31T22:15:18.809" v="272" actId="1076"/>
          <ac:spMkLst>
            <pc:docMk/>
            <pc:sldMk cId="3160527046" sldId="258"/>
            <ac:spMk id="34" creationId="{00000000-0000-0000-0000-000000000000}"/>
          </ac:spMkLst>
        </pc:spChg>
        <pc:spChg chg="mod">
          <ac:chgData name="Laura Lujan" userId="da8756df24445728" providerId="LiveId" clId="{A86C11ED-B9B4-4AE9-9A57-E5E63AAEA8AA}" dt="2026-05-31T22:15:23.262" v="273" actId="1076"/>
          <ac:spMkLst>
            <pc:docMk/>
            <pc:sldMk cId="3160527046" sldId="258"/>
            <ac:spMk id="35" creationId="{9000B3FD-55D3-45AB-92CB-10A741BAA0B3}"/>
          </ac:spMkLst>
        </pc:spChg>
        <pc:spChg chg="mod">
          <ac:chgData name="Laura Lujan" userId="da8756df24445728" providerId="LiveId" clId="{A86C11ED-B9B4-4AE9-9A57-E5E63AAEA8AA}" dt="2026-05-31T21:50:23.243" v="247" actId="1076"/>
          <ac:spMkLst>
            <pc:docMk/>
            <pc:sldMk cId="3160527046" sldId="258"/>
            <ac:spMk id="40" creationId="{00000000-0000-0000-0000-000000000000}"/>
          </ac:spMkLst>
        </pc:spChg>
        <pc:spChg chg="mod">
          <ac:chgData name="Laura Lujan" userId="da8756df24445728" providerId="LiveId" clId="{A86C11ED-B9B4-4AE9-9A57-E5E63AAEA8AA}" dt="2026-05-31T21:50:26.323" v="248" actId="1076"/>
          <ac:spMkLst>
            <pc:docMk/>
            <pc:sldMk cId="3160527046" sldId="258"/>
            <ac:spMk id="41" creationId="{00000000-0000-0000-0000-000000000000}"/>
          </ac:spMkLst>
        </pc:spChg>
        <pc:spChg chg="add">
          <ac:chgData name="Laura Lujan" userId="da8756df24445728" providerId="LiveId" clId="{A86C11ED-B9B4-4AE9-9A57-E5E63AAEA8AA}" dt="2026-05-31T21:42:33.656" v="88"/>
          <ac:spMkLst>
            <pc:docMk/>
            <pc:sldMk cId="3160527046" sldId="258"/>
            <ac:spMk id="44" creationId="{6C3F2AFC-CEA4-6C84-79F8-56F75DA24964}"/>
          </ac:spMkLst>
        </pc:spChg>
        <pc:spChg chg="add">
          <ac:chgData name="Laura Lujan" userId="da8756df24445728" providerId="LiveId" clId="{A86C11ED-B9B4-4AE9-9A57-E5E63AAEA8AA}" dt="2026-05-31T21:42:33.656" v="88"/>
          <ac:spMkLst>
            <pc:docMk/>
            <pc:sldMk cId="3160527046" sldId="258"/>
            <ac:spMk id="48" creationId="{AE3DB8DA-A5E2-2A0C-4B07-68EFFD4CB3C0}"/>
          </ac:spMkLst>
        </pc:spChg>
        <pc:spChg chg="add">
          <ac:chgData name="Laura Lujan" userId="da8756df24445728" providerId="LiveId" clId="{A86C11ED-B9B4-4AE9-9A57-E5E63AAEA8AA}" dt="2026-05-31T21:42:33.656" v="88"/>
          <ac:spMkLst>
            <pc:docMk/>
            <pc:sldMk cId="3160527046" sldId="258"/>
            <ac:spMk id="49" creationId="{9B15F82A-501B-3F60-EE59-ED83C0FFDFDA}"/>
          </ac:spMkLst>
        </pc:spChg>
        <pc:spChg chg="add">
          <ac:chgData name="Laura Lujan" userId="da8756df24445728" providerId="LiveId" clId="{A86C11ED-B9B4-4AE9-9A57-E5E63AAEA8AA}" dt="2026-05-31T21:42:33.656" v="88"/>
          <ac:spMkLst>
            <pc:docMk/>
            <pc:sldMk cId="3160527046" sldId="258"/>
            <ac:spMk id="50" creationId="{69AEC510-0639-8431-6724-1DD2F3EDD54E}"/>
          </ac:spMkLst>
        </pc:spChg>
        <pc:spChg chg="add del">
          <ac:chgData name="Laura Lujan" userId="da8756df24445728" providerId="LiveId" clId="{A86C11ED-B9B4-4AE9-9A57-E5E63AAEA8AA}" dt="2026-05-31T21:43:19.591" v="199" actId="22"/>
          <ac:spMkLst>
            <pc:docMk/>
            <pc:sldMk cId="3160527046" sldId="258"/>
            <ac:spMk id="52" creationId="{E1BEB1F4-6A8B-76B8-3985-B87E3264600F}"/>
          </ac:spMkLst>
        </pc:spChg>
        <pc:spChg chg="add del">
          <ac:chgData name="Laura Lujan" userId="da8756df24445728" providerId="LiveId" clId="{A86C11ED-B9B4-4AE9-9A57-E5E63AAEA8AA}" dt="2026-05-31T21:43:21.262" v="201" actId="22"/>
          <ac:spMkLst>
            <pc:docMk/>
            <pc:sldMk cId="3160527046" sldId="258"/>
            <ac:spMk id="54" creationId="{AC5C4465-3CD2-2BBB-4B07-F0E3F335FDCD}"/>
          </ac:spMkLst>
        </pc:spChg>
        <pc:spChg chg="add mod">
          <ac:chgData name="Laura Lujan" userId="da8756df24445728" providerId="LiveId" clId="{A86C11ED-B9B4-4AE9-9A57-E5E63AAEA8AA}" dt="2026-05-31T21:44:35.983" v="215"/>
          <ac:spMkLst>
            <pc:docMk/>
            <pc:sldMk cId="3160527046" sldId="258"/>
            <ac:spMk id="56" creationId="{3B726704-8257-6FBB-1900-B35E2C34FB07}"/>
          </ac:spMkLst>
        </pc:spChg>
        <pc:spChg chg="add del mod">
          <ac:chgData name="Laura Lujan" userId="da8756df24445728" providerId="LiveId" clId="{A86C11ED-B9B4-4AE9-9A57-E5E63AAEA8AA}" dt="2026-05-31T21:45:03.521" v="221"/>
          <ac:spMkLst>
            <pc:docMk/>
            <pc:sldMk cId="3160527046" sldId="258"/>
            <ac:spMk id="57" creationId="{BBC13E77-F5BD-1782-A263-8CA3A465656D}"/>
          </ac:spMkLst>
        </pc:spChg>
        <pc:picChg chg="add mod">
          <ac:chgData name="Laura Lujan" userId="da8756df24445728" providerId="LiveId" clId="{A86C11ED-B9B4-4AE9-9A57-E5E63AAEA8AA}" dt="2026-05-31T21:44:31.086" v="213" actId="1076"/>
          <ac:picMkLst>
            <pc:docMk/>
            <pc:sldMk cId="3160527046" sldId="258"/>
            <ac:picMk id="10" creationId="{836E3AC5-9837-1983-DB05-8282D74C4D2B}"/>
          </ac:picMkLst>
        </pc:picChg>
        <pc:picChg chg="del">
          <ac:chgData name="Laura Lujan" userId="da8756df24445728" providerId="LiveId" clId="{A86C11ED-B9B4-4AE9-9A57-E5E63AAEA8AA}" dt="2026-05-31T22:14:48.419" v="265" actId="478"/>
          <ac:picMkLst>
            <pc:docMk/>
            <pc:sldMk cId="3160527046" sldId="258"/>
            <ac:picMk id="20" creationId="{00000000-0000-0000-0000-000000000000}"/>
          </ac:picMkLst>
        </pc:picChg>
        <pc:picChg chg="del">
          <ac:chgData name="Laura Lujan" userId="da8756df24445728" providerId="LiveId" clId="{A86C11ED-B9B4-4AE9-9A57-E5E63AAEA8AA}" dt="2026-05-31T22:01:47.393" v="249" actId="478"/>
          <ac:picMkLst>
            <pc:docMk/>
            <pc:sldMk cId="3160527046" sldId="258"/>
            <ac:picMk id="22" creationId="{00000000-0000-0000-0000-000000000000}"/>
          </ac:picMkLst>
        </pc:picChg>
        <pc:picChg chg="add mod">
          <ac:chgData name="Laura Lujan" userId="da8756df24445728" providerId="LiveId" clId="{A86C11ED-B9B4-4AE9-9A57-E5E63AAEA8AA}" dt="2026-05-31T22:01:54.335" v="253" actId="1076"/>
          <ac:picMkLst>
            <pc:docMk/>
            <pc:sldMk cId="3160527046" sldId="258"/>
            <ac:picMk id="59" creationId="{3C5C4238-C8DF-DF79-DB49-81BA8D4C4382}"/>
          </ac:picMkLst>
        </pc:picChg>
        <pc:picChg chg="add mod">
          <ac:chgData name="Laura Lujan" userId="da8756df24445728" providerId="LiveId" clId="{A86C11ED-B9B4-4AE9-9A57-E5E63AAEA8AA}" dt="2026-05-31T22:14:52.781" v="267" actId="1076"/>
          <ac:picMkLst>
            <pc:docMk/>
            <pc:sldMk cId="3160527046" sldId="258"/>
            <ac:picMk id="61" creationId="{DA1A3584-44A0-C568-485A-BB9D487A8BD1}"/>
          </ac:picMkLst>
        </pc:picChg>
        <pc:picChg chg="del">
          <ac:chgData name="Laura Lujan" userId="da8756df24445728" providerId="LiveId" clId="{A86C11ED-B9B4-4AE9-9A57-E5E63AAEA8AA}" dt="2026-05-31T21:40:37.733" v="18" actId="478"/>
          <ac:picMkLst>
            <pc:docMk/>
            <pc:sldMk cId="3160527046" sldId="258"/>
            <ac:picMk id="4099" creationId="{00000000-0000-0000-0000-000000000000}"/>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5/31/2026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39740682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5/31/2026</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414637987"/>
      </p:ext>
    </p:extLst>
  </p:cSld>
  <p:clrMap bg1="lt1" tx1="dk1" bg2="lt2" tx2="dk2" accent1="accent1" accent2="accent2" accent3="accent3" accent4="accent4" accent5="accent5" accent6="accent6" hlink="hlink" folHlink="folHlink"/>
  <p:notesStyle>
    <a:lvl1pPr marL="0" algn="l" defTabSz="4388900" rtl="0" eaLnBrk="1" latinLnBrk="0" hangingPunct="1">
      <a:defRPr sz="5800" kern="1200">
        <a:solidFill>
          <a:schemeClr val="tx1"/>
        </a:solidFill>
        <a:latin typeface="+mn-lt"/>
        <a:ea typeface="+mn-ea"/>
        <a:cs typeface="+mn-cs"/>
      </a:defRPr>
    </a:lvl1pPr>
    <a:lvl2pPr marL="2194451" algn="l" defTabSz="4388900" rtl="0" eaLnBrk="1" latinLnBrk="0" hangingPunct="1">
      <a:defRPr sz="5800" kern="1200">
        <a:solidFill>
          <a:schemeClr val="tx1"/>
        </a:solidFill>
        <a:latin typeface="+mn-lt"/>
        <a:ea typeface="+mn-ea"/>
        <a:cs typeface="+mn-cs"/>
      </a:defRPr>
    </a:lvl2pPr>
    <a:lvl3pPr marL="4388900" algn="l" defTabSz="4388900" rtl="0" eaLnBrk="1" latinLnBrk="0" hangingPunct="1">
      <a:defRPr sz="5800" kern="1200">
        <a:solidFill>
          <a:schemeClr val="tx1"/>
        </a:solidFill>
        <a:latin typeface="+mn-lt"/>
        <a:ea typeface="+mn-ea"/>
        <a:cs typeface="+mn-cs"/>
      </a:defRPr>
    </a:lvl3pPr>
    <a:lvl4pPr marL="6583351" algn="l" defTabSz="4388900" rtl="0" eaLnBrk="1" latinLnBrk="0" hangingPunct="1">
      <a:defRPr sz="5800" kern="1200">
        <a:solidFill>
          <a:schemeClr val="tx1"/>
        </a:solidFill>
        <a:latin typeface="+mn-lt"/>
        <a:ea typeface="+mn-ea"/>
        <a:cs typeface="+mn-cs"/>
      </a:defRPr>
    </a:lvl4pPr>
    <a:lvl5pPr marL="8777801" algn="l" defTabSz="4388900" rtl="0" eaLnBrk="1" latinLnBrk="0" hangingPunct="1">
      <a:defRPr sz="5800" kern="1200">
        <a:solidFill>
          <a:schemeClr val="tx1"/>
        </a:solidFill>
        <a:latin typeface="+mn-lt"/>
        <a:ea typeface="+mn-ea"/>
        <a:cs typeface="+mn-cs"/>
      </a:defRPr>
    </a:lvl5pPr>
    <a:lvl6pPr marL="10972252" algn="l" defTabSz="4388900" rtl="0" eaLnBrk="1" latinLnBrk="0" hangingPunct="1">
      <a:defRPr sz="5800" kern="1200">
        <a:solidFill>
          <a:schemeClr val="tx1"/>
        </a:solidFill>
        <a:latin typeface="+mn-lt"/>
        <a:ea typeface="+mn-ea"/>
        <a:cs typeface="+mn-cs"/>
      </a:defRPr>
    </a:lvl6pPr>
    <a:lvl7pPr marL="13166703" algn="l" defTabSz="4388900" rtl="0" eaLnBrk="1" latinLnBrk="0" hangingPunct="1">
      <a:defRPr sz="5800" kern="1200">
        <a:solidFill>
          <a:schemeClr val="tx1"/>
        </a:solidFill>
        <a:latin typeface="+mn-lt"/>
        <a:ea typeface="+mn-ea"/>
        <a:cs typeface="+mn-cs"/>
      </a:defRPr>
    </a:lvl7pPr>
    <a:lvl8pPr marL="15361152" algn="l" defTabSz="4388900" rtl="0" eaLnBrk="1" latinLnBrk="0" hangingPunct="1">
      <a:defRPr sz="5800" kern="1200">
        <a:solidFill>
          <a:schemeClr val="tx1"/>
        </a:solidFill>
        <a:latin typeface="+mn-lt"/>
        <a:ea typeface="+mn-ea"/>
        <a:cs typeface="+mn-cs"/>
      </a:defRPr>
    </a:lvl8pPr>
    <a:lvl9pPr marL="17555603" algn="l" defTabSz="4388900" rtl="0" eaLnBrk="1" latinLnBrk="0" hangingPunct="1">
      <a:defRPr sz="5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1762644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491425" y="6378481"/>
            <a:ext cx="10056813"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09578" y="5548749"/>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09576" y="14212513"/>
            <a:ext cx="10050462"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OBJECTIVES</a:t>
            </a:r>
          </a:p>
        </p:txBody>
      </p:sp>
      <p:sp>
        <p:nvSpPr>
          <p:cNvPr id="21" name="Text Placeholder 3"/>
          <p:cNvSpPr>
            <a:spLocks noGrp="1"/>
          </p:cNvSpPr>
          <p:nvPr>
            <p:ph type="body" sz="quarter" idx="21" hasCustomPrompt="1"/>
          </p:nvPr>
        </p:nvSpPr>
        <p:spPr>
          <a:xfrm>
            <a:off x="11460161" y="6378481"/>
            <a:ext cx="10048874"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2" name="Text Placeholder 5"/>
          <p:cNvSpPr>
            <a:spLocks noGrp="1"/>
          </p:cNvSpPr>
          <p:nvPr>
            <p:ph type="body" sz="quarter" idx="22" hasCustomPrompt="1"/>
          </p:nvPr>
        </p:nvSpPr>
        <p:spPr>
          <a:xfrm>
            <a:off x="11460162" y="5548749"/>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MATERIALS &amp; METHODS</a:t>
            </a:r>
          </a:p>
        </p:txBody>
      </p:sp>
      <p:sp>
        <p:nvSpPr>
          <p:cNvPr id="23" name="Text Placeholder 3"/>
          <p:cNvSpPr>
            <a:spLocks noGrp="1"/>
          </p:cNvSpPr>
          <p:nvPr>
            <p:ph type="body" sz="quarter" idx="23" hasCustomPrompt="1"/>
          </p:nvPr>
        </p:nvSpPr>
        <p:spPr>
          <a:xfrm>
            <a:off x="22385343" y="6378481"/>
            <a:ext cx="10048874"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4" name="Text Placeholder 5"/>
          <p:cNvSpPr>
            <a:spLocks noGrp="1"/>
          </p:cNvSpPr>
          <p:nvPr>
            <p:ph type="body" sz="quarter" idx="24" hasCustomPrompt="1"/>
          </p:nvPr>
        </p:nvSpPr>
        <p:spPr>
          <a:xfrm>
            <a:off x="22377404" y="5548749"/>
            <a:ext cx="10058400"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RESULTS</a:t>
            </a:r>
          </a:p>
        </p:txBody>
      </p:sp>
      <p:sp>
        <p:nvSpPr>
          <p:cNvPr id="25" name="Text Placeholder 5"/>
          <p:cNvSpPr>
            <a:spLocks noGrp="1"/>
          </p:cNvSpPr>
          <p:nvPr>
            <p:ph type="body" sz="quarter" idx="25" hasCustomPrompt="1"/>
          </p:nvPr>
        </p:nvSpPr>
        <p:spPr>
          <a:xfrm>
            <a:off x="33358541" y="5548749"/>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33358541" y="6378481"/>
            <a:ext cx="10047018"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33358541" y="14272738"/>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33358541" y="15011402"/>
            <a:ext cx="1005205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33358541" y="25679401"/>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33358541" y="26433446"/>
            <a:ext cx="1005205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491425" y="14951552"/>
            <a:ext cx="10056813"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77"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8"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79"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ndard 3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904186" y="6295353"/>
            <a:ext cx="13591277"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922338" y="5431995"/>
            <a:ext cx="13573126"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922338" y="18240478"/>
            <a:ext cx="1359286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0" name="Text Placeholder 5"/>
          <p:cNvSpPr>
            <a:spLocks noGrp="1"/>
          </p:cNvSpPr>
          <p:nvPr>
            <p:ph type="body" sz="quarter" idx="20" hasCustomPrompt="1"/>
          </p:nvPr>
        </p:nvSpPr>
        <p:spPr>
          <a:xfrm>
            <a:off x="942080" y="17409229"/>
            <a:ext cx="13573125"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15154276" y="21595083"/>
            <a:ext cx="1357153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2" name="Text Placeholder 5"/>
          <p:cNvSpPr>
            <a:spLocks noGrp="1"/>
          </p:cNvSpPr>
          <p:nvPr>
            <p:ph type="body" sz="quarter" idx="22" hasCustomPrompt="1"/>
          </p:nvPr>
        </p:nvSpPr>
        <p:spPr>
          <a:xfrm>
            <a:off x="15154276" y="20739663"/>
            <a:ext cx="13571534"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MATERIALS &amp; METHODS</a:t>
            </a:r>
          </a:p>
        </p:txBody>
      </p:sp>
      <p:sp>
        <p:nvSpPr>
          <p:cNvPr id="23" name="Text Placeholder 3"/>
          <p:cNvSpPr>
            <a:spLocks noGrp="1"/>
          </p:cNvSpPr>
          <p:nvPr>
            <p:ph type="body" sz="quarter" idx="23" hasCustomPrompt="1"/>
          </p:nvPr>
        </p:nvSpPr>
        <p:spPr>
          <a:xfrm>
            <a:off x="15162215" y="6295353"/>
            <a:ext cx="1357153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4" name="Text Placeholder 5"/>
          <p:cNvSpPr>
            <a:spLocks noGrp="1"/>
          </p:cNvSpPr>
          <p:nvPr>
            <p:ph type="body" sz="quarter" idx="24" hasCustomPrompt="1"/>
          </p:nvPr>
        </p:nvSpPr>
        <p:spPr>
          <a:xfrm>
            <a:off x="15154277" y="5431995"/>
            <a:ext cx="13579475"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29395741" y="5431995"/>
            <a:ext cx="13576029"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29395741" y="6295353"/>
            <a:ext cx="13576029"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29395741" y="17377122"/>
            <a:ext cx="13576029" cy="754045"/>
          </a:xfrm>
          <a:prstGeom prst="rect">
            <a:avLst/>
          </a:prstGeom>
          <a:noFill/>
        </p:spPr>
        <p:txBody>
          <a:bodyPr wrap="square" lIns="91436" tIns="91436" rIns="91436" bIns="91436" anchor="ctr" anchorCtr="0">
            <a:spAutoFit/>
          </a:bodyPr>
          <a:lstStyle>
            <a:lvl1pPr marL="0" indent="0" algn="ctr">
              <a:buNone/>
              <a:tabLst/>
              <a:defRPr sz="37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29390710" y="18157350"/>
            <a:ext cx="13581061"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29395741" y="25845657"/>
            <a:ext cx="13576029"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29395742" y="26625887"/>
            <a:ext cx="13581061"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4"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65"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66"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904188" y="6212225"/>
            <a:ext cx="10056813"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922341" y="5348867"/>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902598" y="15043762"/>
            <a:ext cx="1005840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922339" y="14212513"/>
            <a:ext cx="10050462"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11587163" y="6204287"/>
            <a:ext cx="20720048"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11587164" y="5348867"/>
            <a:ext cx="20720050"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11587164" y="21896538"/>
            <a:ext cx="20720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11587162" y="21074746"/>
            <a:ext cx="20720050"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32905536" y="5348867"/>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32905536" y="6212225"/>
            <a:ext cx="10047018"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32905536" y="14272738"/>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32905536" y="15011402"/>
            <a:ext cx="10052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32905536" y="25669876"/>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32905536" y="26436774"/>
            <a:ext cx="10052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64"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65"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66"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5.wmf"/><Relationship Id="rId13" Type="http://schemas.openxmlformats.org/officeDocument/2006/relationships/image" Target="../media/image8.png"/><Relationship Id="rId3" Type="http://schemas.openxmlformats.org/officeDocument/2006/relationships/image" Target="../media/image1.png"/><Relationship Id="rId7" Type="http://schemas.openxmlformats.org/officeDocument/2006/relationships/oleObject" Target="../embeddings/oleObject1.bin"/><Relationship Id="rId12" Type="http://schemas.openxmlformats.org/officeDocument/2006/relationships/image" Target="../media/image7.wmf"/><Relationship Id="rId17" Type="http://schemas.openxmlformats.org/officeDocument/2006/relationships/image" Target="../media/image10.jpeg"/><Relationship Id="rId2" Type="http://schemas.openxmlformats.org/officeDocument/2006/relationships/theme" Target="../theme/theme1.xml"/><Relationship Id="rId16" Type="http://schemas.openxmlformats.org/officeDocument/2006/relationships/hyperlink" Target="http://www.facebook.com/pages/PosterPresentationscom/217914411419?v=app_4949752878&amp;ref=ts" TargetMode="Externa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oleObject" Target="../embeddings/oleObject3.bin"/><Relationship Id="rId5" Type="http://schemas.openxmlformats.org/officeDocument/2006/relationships/image" Target="../media/image3.png"/><Relationship Id="rId15" Type="http://schemas.openxmlformats.org/officeDocument/2006/relationships/image" Target="../media/image9.wmf"/><Relationship Id="rId10" Type="http://schemas.openxmlformats.org/officeDocument/2006/relationships/image" Target="../media/image6.wmf"/><Relationship Id="rId4" Type="http://schemas.openxmlformats.org/officeDocument/2006/relationships/image" Target="../media/image2.png"/><Relationship Id="rId9" Type="http://schemas.openxmlformats.org/officeDocument/2006/relationships/oleObject" Target="../embeddings/oleObject2.bin"/><Relationship Id="rId14" Type="http://schemas.openxmlformats.org/officeDocument/2006/relationships/oleObject" Target="../embeddings/oleObject4.bin"/></Relationships>
</file>

<file path=ppt/slideMasters/_rels/slideMaster2.xml.rels><?xml version="1.0" encoding="UTF-8" standalone="yes"?>
<Relationships xmlns="http://schemas.openxmlformats.org/package/2006/relationships"><Relationship Id="rId8" Type="http://schemas.openxmlformats.org/officeDocument/2006/relationships/hyperlink" Target="http://www.facebook.com/pages/PosterPresentationscom/217914411419?v=app_4949752878&amp;ref=ts" TargetMode="External"/><Relationship Id="rId13" Type="http://schemas.openxmlformats.org/officeDocument/2006/relationships/image" Target="../media/image4.png"/><Relationship Id="rId3" Type="http://schemas.openxmlformats.org/officeDocument/2006/relationships/oleObject" Target="../embeddings/oleObject3.bin"/><Relationship Id="rId7" Type="http://schemas.openxmlformats.org/officeDocument/2006/relationships/image" Target="../media/image9.wmf"/><Relationship Id="rId12" Type="http://schemas.openxmlformats.org/officeDocument/2006/relationships/image" Target="../media/image3.png"/><Relationship Id="rId17" Type="http://schemas.openxmlformats.org/officeDocument/2006/relationships/image" Target="../media/image6.wmf"/><Relationship Id="rId2" Type="http://schemas.openxmlformats.org/officeDocument/2006/relationships/theme" Target="../theme/theme2.xml"/><Relationship Id="rId16" Type="http://schemas.openxmlformats.org/officeDocument/2006/relationships/oleObject" Target="../embeddings/oleObject2.bin"/><Relationship Id="rId1" Type="http://schemas.openxmlformats.org/officeDocument/2006/relationships/slideLayout" Target="../slideLayouts/slideLayout2.xml"/><Relationship Id="rId6" Type="http://schemas.openxmlformats.org/officeDocument/2006/relationships/oleObject" Target="../embeddings/oleObject4.bin"/><Relationship Id="rId11" Type="http://schemas.openxmlformats.org/officeDocument/2006/relationships/image" Target="../media/image2.png"/><Relationship Id="rId5" Type="http://schemas.openxmlformats.org/officeDocument/2006/relationships/image" Target="../media/image8.png"/><Relationship Id="rId15" Type="http://schemas.openxmlformats.org/officeDocument/2006/relationships/image" Target="../media/image5.wmf"/><Relationship Id="rId10" Type="http://schemas.openxmlformats.org/officeDocument/2006/relationships/image" Target="../media/image1.png"/><Relationship Id="rId4" Type="http://schemas.openxmlformats.org/officeDocument/2006/relationships/image" Target="../media/image7.wmf"/><Relationship Id="rId9" Type="http://schemas.openxmlformats.org/officeDocument/2006/relationships/image" Target="../media/image10.jpeg"/><Relationship Id="rId14" Type="http://schemas.openxmlformats.org/officeDocument/2006/relationships/oleObject" Target="../embeddings/oleObject1.bin"/></Relationships>
</file>

<file path=ppt/slideMasters/_rels/slideMaster3.xml.rels><?xml version="1.0" encoding="UTF-8" standalone="yes"?>
<Relationships xmlns="http://schemas.openxmlformats.org/package/2006/relationships"><Relationship Id="rId8" Type="http://schemas.openxmlformats.org/officeDocument/2006/relationships/hyperlink" Target="http://www.facebook.com/pages/PosterPresentationscom/217914411419?v=app_4949752878&amp;ref=ts" TargetMode="External"/><Relationship Id="rId13" Type="http://schemas.openxmlformats.org/officeDocument/2006/relationships/image" Target="../media/image4.png"/><Relationship Id="rId3" Type="http://schemas.openxmlformats.org/officeDocument/2006/relationships/oleObject" Target="../embeddings/oleObject3.bin"/><Relationship Id="rId7" Type="http://schemas.openxmlformats.org/officeDocument/2006/relationships/image" Target="../media/image9.wmf"/><Relationship Id="rId12" Type="http://schemas.openxmlformats.org/officeDocument/2006/relationships/image" Target="../media/image3.png"/><Relationship Id="rId17" Type="http://schemas.openxmlformats.org/officeDocument/2006/relationships/image" Target="../media/image6.wmf"/><Relationship Id="rId2" Type="http://schemas.openxmlformats.org/officeDocument/2006/relationships/theme" Target="../theme/theme3.xml"/><Relationship Id="rId16" Type="http://schemas.openxmlformats.org/officeDocument/2006/relationships/oleObject" Target="../embeddings/oleObject2.bin"/><Relationship Id="rId1" Type="http://schemas.openxmlformats.org/officeDocument/2006/relationships/slideLayout" Target="../slideLayouts/slideLayout3.xml"/><Relationship Id="rId6" Type="http://schemas.openxmlformats.org/officeDocument/2006/relationships/oleObject" Target="../embeddings/oleObject4.bin"/><Relationship Id="rId11" Type="http://schemas.openxmlformats.org/officeDocument/2006/relationships/image" Target="../media/image2.png"/><Relationship Id="rId5" Type="http://schemas.openxmlformats.org/officeDocument/2006/relationships/image" Target="../media/image8.png"/><Relationship Id="rId15" Type="http://schemas.openxmlformats.org/officeDocument/2006/relationships/image" Target="../media/image5.wmf"/><Relationship Id="rId10" Type="http://schemas.openxmlformats.org/officeDocument/2006/relationships/image" Target="../media/image1.png"/><Relationship Id="rId4" Type="http://schemas.openxmlformats.org/officeDocument/2006/relationships/image" Target="../media/image7.wmf"/><Relationship Id="rId9" Type="http://schemas.openxmlformats.org/officeDocument/2006/relationships/image" Target="../media/image10.jpeg"/><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0600"/>
            <a:ext cx="43891200" cy="45719"/>
          </a:xfrm>
          <a:prstGeom prst="rect">
            <a:avLst/>
          </a:prstGeom>
          <a:solidFill>
            <a:schemeClr val="accent5">
              <a:lumMod val="50000"/>
            </a:schemeClr>
          </a:solidFill>
          <a:ln w="152400">
            <a:solidFill>
              <a:schemeClr val="accent5">
                <a:lumMod val="50000"/>
              </a:schemeClr>
            </a:solidFill>
            <a:miter lim="800000"/>
            <a:headEnd/>
            <a:tailEnd/>
          </a:ln>
          <a:effectLst/>
        </p:spPr>
        <p:txBody>
          <a:bodyPr wrap="none" lIns="91436" tIns="45717" rIns="91436" bIns="45717" anchor="ctr"/>
          <a:lstStyle/>
          <a:p>
            <a:pPr>
              <a:defRPr/>
            </a:pPr>
            <a:endParaRPr lang="en-US" dirty="0"/>
          </a:p>
        </p:txBody>
      </p:sp>
      <p:sp>
        <p:nvSpPr>
          <p:cNvPr id="10" name="Text Box 14"/>
          <p:cNvSpPr txBox="1">
            <a:spLocks noChangeArrowheads="1"/>
          </p:cNvSpPr>
          <p:nvPr/>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
        <p:nvSpPr>
          <p:cNvPr id="2" name="Rounded Rectangle 1"/>
          <p:cNvSpPr/>
          <p:nvPr userDrawn="1"/>
        </p:nvSpPr>
        <p:spPr>
          <a:xfrm>
            <a:off x="477824" y="5475145"/>
            <a:ext cx="10058400" cy="26736675"/>
          </a:xfrm>
          <a:prstGeom prst="roundRect">
            <a:avLst>
              <a:gd name="adj" fmla="val 4178"/>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userDrawn="1"/>
        </p:nvSpPr>
        <p:spPr>
          <a:xfrm>
            <a:off x="11439521" y="5475145"/>
            <a:ext cx="10058400" cy="26736675"/>
          </a:xfrm>
          <a:prstGeom prst="roundRect">
            <a:avLst>
              <a:gd name="adj" fmla="val 4494"/>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ounded Rectangle 23"/>
          <p:cNvSpPr/>
          <p:nvPr userDrawn="1"/>
        </p:nvSpPr>
        <p:spPr>
          <a:xfrm>
            <a:off x="22401218" y="5475145"/>
            <a:ext cx="10058400" cy="26736675"/>
          </a:xfrm>
          <a:prstGeom prst="roundRect">
            <a:avLst>
              <a:gd name="adj" fmla="val 4810"/>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ounded Rectangle 25"/>
          <p:cNvSpPr/>
          <p:nvPr userDrawn="1"/>
        </p:nvSpPr>
        <p:spPr>
          <a:xfrm>
            <a:off x="33362914" y="5475145"/>
            <a:ext cx="10058400" cy="26736675"/>
          </a:xfrm>
          <a:prstGeom prst="roundRect">
            <a:avLst>
              <a:gd name="adj" fmla="val 3863"/>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 name="Group 29"/>
          <p:cNvGrpSpPr/>
          <p:nvPr userDrawn="1"/>
        </p:nvGrpSpPr>
        <p:grpSpPr>
          <a:xfrm>
            <a:off x="-11225189" y="-1"/>
            <a:ext cx="11018865" cy="32918401"/>
            <a:chOff x="-11225189" y="-1"/>
            <a:chExt cx="11018865" cy="32918401"/>
          </a:xfrm>
        </p:grpSpPr>
        <p:sp>
          <p:nvSpPr>
            <p:cNvPr id="31" name="Rectangle 30"/>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32" name="Straight Connector 31"/>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6" name="Picture 35"/>
            <p:cNvPicPr>
              <a:picLocks noChangeAspect="1"/>
            </p:cNvPicPr>
            <p:nvPr userDrawn="1"/>
          </p:nvPicPr>
          <p:blipFill>
            <a:blip r:embed="rId3"/>
            <a:stretch>
              <a:fillRect/>
            </a:stretch>
          </p:blipFill>
          <p:spPr>
            <a:xfrm>
              <a:off x="-10740740" y="10261718"/>
              <a:ext cx="1597666" cy="1201935"/>
            </a:xfrm>
            <a:prstGeom prst="rect">
              <a:avLst/>
            </a:prstGeom>
          </p:spPr>
        </p:pic>
        <p:pic>
          <p:nvPicPr>
            <p:cNvPr id="37" name="Picture 36"/>
            <p:cNvPicPr>
              <a:picLocks noChangeAspect="1"/>
            </p:cNvPicPr>
            <p:nvPr userDrawn="1"/>
          </p:nvPicPr>
          <p:blipFill>
            <a:blip r:embed="rId4"/>
            <a:stretch>
              <a:fillRect/>
            </a:stretch>
          </p:blipFill>
          <p:spPr>
            <a:xfrm>
              <a:off x="-10732765" y="15696927"/>
              <a:ext cx="9986808" cy="1053596"/>
            </a:xfrm>
            <a:prstGeom prst="rect">
              <a:avLst/>
            </a:prstGeom>
          </p:spPr>
        </p:pic>
        <p:grpSp>
          <p:nvGrpSpPr>
            <p:cNvPr id="38" name="Group 37"/>
            <p:cNvGrpSpPr/>
            <p:nvPr userDrawn="1"/>
          </p:nvGrpSpPr>
          <p:grpSpPr>
            <a:xfrm>
              <a:off x="-9744993" y="23540957"/>
              <a:ext cx="7531182" cy="2120439"/>
              <a:chOff x="-4470427" y="11016658"/>
              <a:chExt cx="3470785" cy="974220"/>
            </a:xfrm>
          </p:grpSpPr>
          <p:grpSp>
            <p:nvGrpSpPr>
              <p:cNvPr id="46" name="Group 45"/>
              <p:cNvGrpSpPr/>
              <p:nvPr userDrawn="1"/>
            </p:nvGrpSpPr>
            <p:grpSpPr>
              <a:xfrm>
                <a:off x="-2783495" y="11060886"/>
                <a:ext cx="624431" cy="893535"/>
                <a:chOff x="-3958697" y="11117435"/>
                <a:chExt cx="779338" cy="1280430"/>
              </a:xfrm>
            </p:grpSpPr>
            <p:pic>
              <p:nvPicPr>
                <p:cNvPr id="52" name="Picture 51"/>
                <p:cNvPicPr>
                  <a:picLocks noChangeAspect="1"/>
                </p:cNvPicPr>
                <p:nvPr userDrawn="1"/>
              </p:nvPicPr>
              <p:blipFill>
                <a:blip r:embed="rId5"/>
                <a:stretch>
                  <a:fillRect/>
                </a:stretch>
              </p:blipFill>
              <p:spPr>
                <a:xfrm>
                  <a:off x="-3948160" y="11117435"/>
                  <a:ext cx="768801" cy="1090857"/>
                </a:xfrm>
                <a:prstGeom prst="rect">
                  <a:avLst/>
                </a:prstGeom>
              </p:spPr>
            </p:pic>
            <p:sp>
              <p:nvSpPr>
                <p:cNvPr id="53" name="TextBox 52"/>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47" name="Group 46"/>
              <p:cNvGrpSpPr/>
              <p:nvPr userDrawn="1"/>
            </p:nvGrpSpPr>
            <p:grpSpPr>
              <a:xfrm>
                <a:off x="-2033159" y="11060889"/>
                <a:ext cx="1033517" cy="893529"/>
                <a:chOff x="-2921738" y="11200127"/>
                <a:chExt cx="1420279" cy="1227904"/>
              </a:xfrm>
            </p:grpSpPr>
            <p:pic>
              <p:nvPicPr>
                <p:cNvPr id="50" name="Picture 49"/>
                <p:cNvPicPr>
                  <a:picLocks noChangeAspect="1"/>
                </p:cNvPicPr>
                <p:nvPr userDrawn="1"/>
              </p:nvPicPr>
              <p:blipFill>
                <a:blip r:embed="rId5"/>
                <a:stretch>
                  <a:fillRect/>
                </a:stretch>
              </p:blipFill>
              <p:spPr>
                <a:xfrm>
                  <a:off x="-2921738" y="11200127"/>
                  <a:ext cx="1420279" cy="1029694"/>
                </a:xfrm>
                <a:prstGeom prst="rect">
                  <a:avLst/>
                </a:prstGeom>
              </p:spPr>
            </p:pic>
            <p:sp>
              <p:nvSpPr>
                <p:cNvPr id="51" name="TextBox 50"/>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48" name="Picture 47"/>
              <p:cNvPicPr>
                <a:picLocks noChangeAspect="1"/>
              </p:cNvPicPr>
              <p:nvPr userDrawn="1"/>
            </p:nvPicPr>
            <p:blipFill>
              <a:blip r:embed="rId6"/>
              <a:stretch>
                <a:fillRect/>
              </a:stretch>
            </p:blipFill>
            <p:spPr>
              <a:xfrm>
                <a:off x="-4470427" y="11016658"/>
                <a:ext cx="1098742" cy="847761"/>
              </a:xfrm>
              <a:prstGeom prst="rect">
                <a:avLst/>
              </a:prstGeom>
            </p:spPr>
          </p:pic>
          <p:sp>
            <p:nvSpPr>
              <p:cNvPr id="49" name="TextBox 48"/>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39" name="Group 38"/>
            <p:cNvGrpSpPr/>
            <p:nvPr userDrawn="1"/>
          </p:nvGrpSpPr>
          <p:grpSpPr>
            <a:xfrm>
              <a:off x="-10398793" y="27751410"/>
              <a:ext cx="9323012" cy="2453251"/>
              <a:chOff x="-4754996" y="12734136"/>
              <a:chExt cx="4296559"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2923600614"/>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7" imgW="1828440" imgH="1117440" progId="Photoshop.Image.13">
                      <p:embed/>
                    </p:oleObj>
                  </mc:Choice>
                  <mc:Fallback>
                    <p:oleObj name="Image" r:id="rId7" imgW="1828440" imgH="1117440" progId="Photoshop.Image.13">
                      <p:embed/>
                      <p:pic>
                        <p:nvPicPr>
                          <p:cNvPr id="41" name="Object 40"/>
                          <p:cNvPicPr/>
                          <p:nvPr/>
                        </p:nvPicPr>
                        <p:blipFill>
                          <a:blip r:embed="rId8"/>
                          <a:stretch>
                            <a:fillRect/>
                          </a:stretch>
                        </p:blipFill>
                        <p:spPr>
                          <a:xfrm>
                            <a:off x="-4533347" y="12734142"/>
                            <a:ext cx="1828800" cy="1117600"/>
                          </a:xfrm>
                          <a:prstGeom prst="rect">
                            <a:avLst/>
                          </a:prstGeom>
                        </p:spPr>
                      </p:pic>
                    </p:oleObj>
                  </mc:Fallback>
                </mc:AlternateContent>
              </a:graphicData>
            </a:graphic>
          </p:graphicFrame>
          <p:graphicFrame>
            <p:nvGraphicFramePr>
              <p:cNvPr id="43" name="Object 42"/>
              <p:cNvGraphicFramePr>
                <a:graphicFrameLocks noChangeAspect="1"/>
              </p:cNvGraphicFramePr>
              <p:nvPr userDrawn="1">
                <p:extLst>
                  <p:ext uri="{D42A27DB-BD31-4B8C-83A1-F6EECF244321}">
                    <p14:modId xmlns:p14="http://schemas.microsoft.com/office/powerpoint/2010/main" val="3743875991"/>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9" imgW="1828440" imgH="1117440" progId="Photoshop.Image.13">
                      <p:embed/>
                    </p:oleObj>
                  </mc:Choice>
                  <mc:Fallback>
                    <p:oleObj name="Image" r:id="rId9" imgW="1828440" imgH="1117440" progId="Photoshop.Image.13">
                      <p:embed/>
                      <p:pic>
                        <p:nvPicPr>
                          <p:cNvPr id="43" name="Object 42"/>
                          <p:cNvPicPr/>
                          <p:nvPr/>
                        </p:nvPicPr>
                        <p:blipFill>
                          <a:blip r:embed="rId10"/>
                          <a:stretch>
                            <a:fillRect/>
                          </a:stretch>
                        </p:blipFill>
                        <p:spPr>
                          <a:xfrm>
                            <a:off x="-2456641" y="12737835"/>
                            <a:ext cx="1828800" cy="1117600"/>
                          </a:xfrm>
                          <a:prstGeom prst="rect">
                            <a:avLst/>
                          </a:prstGeom>
                        </p:spPr>
                      </p:pic>
                    </p:oleObj>
                  </mc:Fallback>
                </mc:AlternateContent>
              </a:graphicData>
            </a:graphic>
          </p:graphicFrame>
          <p:sp>
            <p:nvSpPr>
              <p:cNvPr id="44" name="TextBox 43"/>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45" name="TextBox 44"/>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grpSp>
        <p:nvGrpSpPr>
          <p:cNvPr id="54" name="Group 53"/>
          <p:cNvGrpSpPr/>
          <p:nvPr userDrawn="1"/>
        </p:nvGrpSpPr>
        <p:grpSpPr>
          <a:xfrm>
            <a:off x="44157839" y="-55065"/>
            <a:ext cx="11062139" cy="32973465"/>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11" imgW="4571280" imgH="1688760" progId="Photoshop.Image.13">
                    <p:embed/>
                  </p:oleObj>
                </mc:Choice>
                <mc:Fallback>
                  <p:oleObj name="Image" r:id="rId11" imgW="4571280" imgH="1688760" progId="Photoshop.Image.13">
                    <p:embed/>
                    <p:pic>
                      <p:nvPicPr>
                        <p:cNvPr id="56" name="Object 55"/>
                        <p:cNvPicPr/>
                        <p:nvPr/>
                      </p:nvPicPr>
                      <p:blipFill>
                        <a:blip r:embed="rId12"/>
                        <a:stretch>
                          <a:fillRect/>
                        </a:stretch>
                      </p:blipFill>
                      <p:spPr>
                        <a:xfrm>
                          <a:off x="46915679" y="3349444"/>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3"/>
            <a:stretch>
              <a:fillRect/>
            </a:stretch>
          </p:blipFill>
          <p:spPr>
            <a:xfrm>
              <a:off x="44621819" y="7740040"/>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14" imgW="1574280" imgH="1053720" progId="Photoshop.Image.13">
                    <p:embed/>
                  </p:oleObj>
                </mc:Choice>
                <mc:Fallback>
                  <p:oleObj name="Image" r:id="rId14" imgW="1574280" imgH="1053720" progId="Photoshop.Image.13">
                    <p:embed/>
                    <p:pic>
                      <p:nvPicPr>
                        <p:cNvPr id="58" name="Object 57"/>
                        <p:cNvPicPr/>
                        <p:nvPr/>
                      </p:nvPicPr>
                      <p:blipFill>
                        <a:blip r:embed="rId15"/>
                        <a:stretch>
                          <a:fillRect/>
                        </a:stretch>
                      </p:blipFill>
                      <p:spPr>
                        <a:xfrm>
                          <a:off x="44629619" y="12347263"/>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2" name="Picture 7" descr="http://t2.gstatic.com/images?q=tbn:ANd9GcR4APHC6TT9w54M2zn_pvCiBxUNcspYPoVxirLRphBoJabfSvu7zw">
                <a:hlinkClick r:id="rId16"/>
              </p:cNvPr>
              <p:cNvPicPr>
                <a:picLocks noChangeAspect="1" noChangeArrowheads="1"/>
              </p:cNvPicPr>
              <p:nvPr userDrawn="1"/>
            </p:nvPicPr>
            <p:blipFill>
              <a:blip r:embed="rId17"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a:t>
                </a:r>
                <a:r>
                  <a:rPr lang="en-US" sz="2400" baseline="0" dirty="0" err="1">
                    <a:solidFill>
                      <a:schemeClr val="tx2"/>
                    </a:solidFill>
                    <a:latin typeface="Trebuchet MS" pitchFamily="34" charset="0"/>
                  </a:rPr>
                  <a:t>Facebook</a:t>
                </a:r>
                <a:r>
                  <a:rPr lang="en-US" sz="2400" baseline="0" dirty="0">
                    <a:solidFill>
                      <a:schemeClr val="tx2"/>
                    </a:solidFill>
                    <a:latin typeface="Trebuchet MS" pitchFamily="34" charset="0"/>
                  </a:rPr>
                  <a:t>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60" name="TextBox 59"/>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spTree>
  </p:cSld>
  <p:clrMap bg1="lt1" tx1="dk1" bg2="lt2" tx2="dk2" accent1="accent1" accent2="accent2" accent3="accent3" accent4="accent4" accent5="accent5" accent6="accent6" hlink="hlink" folHlink="folHlink"/>
  <p:sldLayoutIdLst>
    <p:sldLayoutId id="2147483652"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5363"/>
            <a:ext cx="43891200" cy="152400"/>
          </a:xfrm>
          <a:prstGeom prst="rect">
            <a:avLst/>
          </a:prstGeom>
          <a:solidFill>
            <a:schemeClr val="accent5">
              <a:lumMod val="50000"/>
            </a:schemeClr>
          </a:solidFill>
          <a:ln w="152400">
            <a:noFill/>
            <a:miter lim="800000"/>
            <a:headEnd/>
            <a:tailEnd/>
          </a:ln>
          <a:effectLst/>
        </p:spPr>
        <p:txBody>
          <a:bodyPr wrap="none" lIns="91436" tIns="45717" rIns="91436" bIns="45717" anchor="ctr"/>
          <a:lstStyle/>
          <a:p>
            <a:pPr>
              <a:defRPr/>
            </a:pPr>
            <a:endParaRPr lang="en-US" dirty="0"/>
          </a:p>
        </p:txBody>
      </p:sp>
      <p:cxnSp>
        <p:nvCxnSpPr>
          <p:cNvPr id="38" name="Straight Connector 37"/>
          <p:cNvCxnSpPr/>
          <p:nvPr/>
        </p:nvCxnSpPr>
        <p:spPr>
          <a:xfrm flipV="1">
            <a:off x="-13946601" y="11526118"/>
            <a:ext cx="13577436" cy="818"/>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
        <p:nvSpPr>
          <p:cNvPr id="21" name="Rounded Rectangle 20"/>
          <p:cNvSpPr/>
          <p:nvPr userDrawn="1"/>
        </p:nvSpPr>
        <p:spPr>
          <a:xfrm>
            <a:off x="922338" y="5392017"/>
            <a:ext cx="13577436" cy="26736675"/>
          </a:xfrm>
          <a:prstGeom prst="roundRect">
            <a:avLst>
              <a:gd name="adj" fmla="val 3290"/>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p:cNvSpPr/>
          <p:nvPr userDrawn="1"/>
        </p:nvSpPr>
        <p:spPr>
          <a:xfrm>
            <a:off x="15154504" y="5392017"/>
            <a:ext cx="13577436" cy="26736675"/>
          </a:xfrm>
          <a:prstGeom prst="roundRect">
            <a:avLst>
              <a:gd name="adj" fmla="val 3524"/>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userDrawn="1"/>
        </p:nvSpPr>
        <p:spPr>
          <a:xfrm>
            <a:off x="29386670" y="5392017"/>
            <a:ext cx="13577436" cy="26736675"/>
          </a:xfrm>
          <a:prstGeom prst="roundRect">
            <a:avLst>
              <a:gd name="adj" fmla="val 3290"/>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4" name="Group 43"/>
          <p:cNvGrpSpPr/>
          <p:nvPr userDrawn="1"/>
        </p:nvGrpSpPr>
        <p:grpSpPr>
          <a:xfrm>
            <a:off x="44157839" y="-55065"/>
            <a:ext cx="11062139" cy="32973465"/>
            <a:chOff x="44157839" y="-55065"/>
            <a:chExt cx="11062139" cy="32973465"/>
          </a:xfrm>
        </p:grpSpPr>
        <p:sp>
          <p:nvSpPr>
            <p:cNvPr id="45" name="Rectangle 4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46" name="Object 45"/>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3" imgW="4571280" imgH="1688760" progId="Photoshop.Image.13">
                    <p:embed/>
                  </p:oleObj>
                </mc:Choice>
                <mc:Fallback>
                  <p:oleObj name="Image" r:id="rId3" imgW="4571280" imgH="1688760" progId="Photoshop.Image.13">
                    <p:embed/>
                    <p:pic>
                      <p:nvPicPr>
                        <p:cNvPr id="46" name="Object 45"/>
                        <p:cNvPicPr/>
                        <p:nvPr/>
                      </p:nvPicPr>
                      <p:blipFill>
                        <a:blip r:embed="rId4"/>
                        <a:stretch>
                          <a:fillRect/>
                        </a:stretch>
                      </p:blipFill>
                      <p:spPr>
                        <a:xfrm>
                          <a:off x="46915679" y="3349444"/>
                          <a:ext cx="5586150" cy="2063772"/>
                        </a:xfrm>
                        <a:prstGeom prst="rect">
                          <a:avLst/>
                        </a:prstGeom>
                      </p:spPr>
                    </p:pic>
                  </p:oleObj>
                </mc:Fallback>
              </mc:AlternateContent>
            </a:graphicData>
          </a:graphic>
        </p:graphicFrame>
        <p:pic>
          <p:nvPicPr>
            <p:cNvPr id="47" name="Picture 46"/>
            <p:cNvPicPr>
              <a:picLocks noChangeAspect="1"/>
            </p:cNvPicPr>
            <p:nvPr userDrawn="1"/>
          </p:nvPicPr>
          <p:blipFill>
            <a:blip r:embed="rId5"/>
            <a:stretch>
              <a:fillRect/>
            </a:stretch>
          </p:blipFill>
          <p:spPr>
            <a:xfrm>
              <a:off x="44621819" y="7740040"/>
              <a:ext cx="2969584" cy="1370577"/>
            </a:xfrm>
            <a:prstGeom prst="rect">
              <a:avLst/>
            </a:prstGeom>
            <a:ln>
              <a:noFill/>
            </a:ln>
          </p:spPr>
        </p:pic>
        <p:graphicFrame>
          <p:nvGraphicFramePr>
            <p:cNvPr id="48" name="Object 47"/>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6" imgW="1574280" imgH="1053720" progId="Photoshop.Image.13">
                    <p:embed/>
                  </p:oleObj>
                </mc:Choice>
                <mc:Fallback>
                  <p:oleObj name="Image" r:id="rId6" imgW="1574280" imgH="1053720" progId="Photoshop.Image.13">
                    <p:embed/>
                    <p:pic>
                      <p:nvPicPr>
                        <p:cNvPr id="48" name="Object 47"/>
                        <p:cNvPicPr/>
                        <p:nvPr/>
                      </p:nvPicPr>
                      <p:blipFill>
                        <a:blip r:embed="rId7"/>
                        <a:stretch>
                          <a:fillRect/>
                        </a:stretch>
                      </p:blipFill>
                      <p:spPr>
                        <a:xfrm>
                          <a:off x="44629619" y="12347263"/>
                          <a:ext cx="1482266" cy="992162"/>
                        </a:xfrm>
                        <a:prstGeom prst="rect">
                          <a:avLst/>
                        </a:prstGeom>
                      </p:spPr>
                    </p:pic>
                  </p:oleObj>
                </mc:Fallback>
              </mc:AlternateContent>
            </a:graphicData>
          </a:graphic>
        </p:graphicFrame>
        <p:grpSp>
          <p:nvGrpSpPr>
            <p:cNvPr id="49" name="Group 48"/>
            <p:cNvGrpSpPr/>
            <p:nvPr userDrawn="1"/>
          </p:nvGrpSpPr>
          <p:grpSpPr>
            <a:xfrm>
              <a:off x="44487207" y="29414560"/>
              <a:ext cx="10354213" cy="1265612"/>
              <a:chOff x="44200453" y="28362386"/>
              <a:chExt cx="9771399" cy="1090622"/>
            </a:xfrm>
          </p:grpSpPr>
          <p:sp>
            <p:nvSpPr>
              <p:cNvPr id="51" name="Rounded Rectangle 5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2" name="Picture 7" descr="http://t2.gstatic.com/images?q=tbn:ANd9GcR4APHC6TT9w54M2zn_pvCiBxUNcspYPoVxirLRphBoJabfSvu7zw">
                <a:hlinkClick r:id="rId8"/>
              </p:cNvPr>
              <p:cNvPicPr>
                <a:picLocks noChangeAspect="1" noChangeArrowheads="1"/>
              </p:cNvPicPr>
              <p:nvPr userDrawn="1"/>
            </p:nvPicPr>
            <p:blipFill>
              <a:blip r:embed="rId9" cstate="print"/>
              <a:srcRect/>
              <a:stretch>
                <a:fillRect/>
              </a:stretch>
            </p:blipFill>
            <p:spPr bwMode="auto">
              <a:xfrm>
                <a:off x="44326393" y="28460718"/>
                <a:ext cx="914401" cy="914399"/>
              </a:xfrm>
              <a:prstGeom prst="rect">
                <a:avLst/>
              </a:prstGeom>
              <a:noFill/>
              <a:ln>
                <a:noFill/>
              </a:ln>
            </p:spPr>
          </p:pic>
          <p:sp>
            <p:nvSpPr>
              <p:cNvPr id="53" name="TextBox 52"/>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a:t>
                </a:r>
                <a:r>
                  <a:rPr lang="en-US" sz="2400" baseline="0" dirty="0" err="1">
                    <a:solidFill>
                      <a:schemeClr val="tx2"/>
                    </a:solidFill>
                    <a:latin typeface="Trebuchet MS" pitchFamily="34" charset="0"/>
                  </a:rPr>
                  <a:t>Facebook</a:t>
                </a:r>
                <a:r>
                  <a:rPr lang="en-US" sz="2400" baseline="0" dirty="0">
                    <a:solidFill>
                      <a:schemeClr val="tx2"/>
                    </a:solidFill>
                    <a:latin typeface="Trebuchet MS" pitchFamily="34" charset="0"/>
                  </a:rPr>
                  <a:t>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50" name="TextBox 49"/>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grpSp>
        <p:nvGrpSpPr>
          <p:cNvPr id="54" name="Group 53"/>
          <p:cNvGrpSpPr/>
          <p:nvPr userDrawn="1"/>
        </p:nvGrpSpPr>
        <p:grpSpPr>
          <a:xfrm>
            <a:off x="-11225189" y="-1"/>
            <a:ext cx="11018865" cy="32918401"/>
            <a:chOff x="-11225189" y="-1"/>
            <a:chExt cx="11018865" cy="32918401"/>
          </a:xfrm>
        </p:grpSpPr>
        <p:sp>
          <p:nvSpPr>
            <p:cNvPr id="55" name="Rectangle 54"/>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56" name="Straight Connector 55"/>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57" name="Picture 56"/>
            <p:cNvPicPr>
              <a:picLocks noChangeAspect="1"/>
            </p:cNvPicPr>
            <p:nvPr userDrawn="1"/>
          </p:nvPicPr>
          <p:blipFill>
            <a:blip r:embed="rId10"/>
            <a:stretch>
              <a:fillRect/>
            </a:stretch>
          </p:blipFill>
          <p:spPr>
            <a:xfrm>
              <a:off x="-10740740" y="10261718"/>
              <a:ext cx="1597666" cy="1201935"/>
            </a:xfrm>
            <a:prstGeom prst="rect">
              <a:avLst/>
            </a:prstGeom>
          </p:spPr>
        </p:pic>
        <p:pic>
          <p:nvPicPr>
            <p:cNvPr id="58" name="Picture 57"/>
            <p:cNvPicPr>
              <a:picLocks noChangeAspect="1"/>
            </p:cNvPicPr>
            <p:nvPr userDrawn="1"/>
          </p:nvPicPr>
          <p:blipFill>
            <a:blip r:embed="rId11"/>
            <a:stretch>
              <a:fillRect/>
            </a:stretch>
          </p:blipFill>
          <p:spPr>
            <a:xfrm>
              <a:off x="-10732765" y="15696927"/>
              <a:ext cx="9986808" cy="1053596"/>
            </a:xfrm>
            <a:prstGeom prst="rect">
              <a:avLst/>
            </a:prstGeom>
          </p:spPr>
        </p:pic>
        <p:grpSp>
          <p:nvGrpSpPr>
            <p:cNvPr id="59" name="Group 58"/>
            <p:cNvGrpSpPr/>
            <p:nvPr userDrawn="1"/>
          </p:nvGrpSpPr>
          <p:grpSpPr>
            <a:xfrm>
              <a:off x="-9744993" y="23540957"/>
              <a:ext cx="7531182" cy="2120439"/>
              <a:chOff x="-4470427" y="11016658"/>
              <a:chExt cx="3470785" cy="974220"/>
            </a:xfrm>
          </p:grpSpPr>
          <p:grpSp>
            <p:nvGrpSpPr>
              <p:cNvPr id="65" name="Group 64"/>
              <p:cNvGrpSpPr/>
              <p:nvPr userDrawn="1"/>
            </p:nvGrpSpPr>
            <p:grpSpPr>
              <a:xfrm>
                <a:off x="-2783495" y="11060886"/>
                <a:ext cx="624431" cy="893535"/>
                <a:chOff x="-3958697" y="11117435"/>
                <a:chExt cx="779338" cy="1280430"/>
              </a:xfrm>
            </p:grpSpPr>
            <p:pic>
              <p:nvPicPr>
                <p:cNvPr id="71" name="Picture 70"/>
                <p:cNvPicPr>
                  <a:picLocks noChangeAspect="1"/>
                </p:cNvPicPr>
                <p:nvPr userDrawn="1"/>
              </p:nvPicPr>
              <p:blipFill>
                <a:blip r:embed="rId12"/>
                <a:stretch>
                  <a:fillRect/>
                </a:stretch>
              </p:blipFill>
              <p:spPr>
                <a:xfrm>
                  <a:off x="-3948160" y="11117435"/>
                  <a:ext cx="768801" cy="1090857"/>
                </a:xfrm>
                <a:prstGeom prst="rect">
                  <a:avLst/>
                </a:prstGeom>
              </p:spPr>
            </p:pic>
            <p:sp>
              <p:nvSpPr>
                <p:cNvPr id="72" name="TextBox 71"/>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66" name="Group 65"/>
              <p:cNvGrpSpPr/>
              <p:nvPr userDrawn="1"/>
            </p:nvGrpSpPr>
            <p:grpSpPr>
              <a:xfrm>
                <a:off x="-2033159" y="11060889"/>
                <a:ext cx="1033517" cy="893529"/>
                <a:chOff x="-2921738" y="11200127"/>
                <a:chExt cx="1420279" cy="1227904"/>
              </a:xfrm>
            </p:grpSpPr>
            <p:pic>
              <p:nvPicPr>
                <p:cNvPr id="69" name="Picture 68"/>
                <p:cNvPicPr>
                  <a:picLocks noChangeAspect="1"/>
                </p:cNvPicPr>
                <p:nvPr userDrawn="1"/>
              </p:nvPicPr>
              <p:blipFill>
                <a:blip r:embed="rId12"/>
                <a:stretch>
                  <a:fillRect/>
                </a:stretch>
              </p:blipFill>
              <p:spPr>
                <a:xfrm>
                  <a:off x="-2921738" y="11200127"/>
                  <a:ext cx="1420279" cy="1029694"/>
                </a:xfrm>
                <a:prstGeom prst="rect">
                  <a:avLst/>
                </a:prstGeom>
              </p:spPr>
            </p:pic>
            <p:sp>
              <p:nvSpPr>
                <p:cNvPr id="70" name="TextBox 69"/>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67" name="Picture 66"/>
              <p:cNvPicPr>
                <a:picLocks noChangeAspect="1"/>
              </p:cNvPicPr>
              <p:nvPr userDrawn="1"/>
            </p:nvPicPr>
            <p:blipFill>
              <a:blip r:embed="rId13"/>
              <a:stretch>
                <a:fillRect/>
              </a:stretch>
            </p:blipFill>
            <p:spPr>
              <a:xfrm>
                <a:off x="-4470427" y="11016658"/>
                <a:ext cx="1098742" cy="847761"/>
              </a:xfrm>
              <a:prstGeom prst="rect">
                <a:avLst/>
              </a:prstGeom>
            </p:spPr>
          </p:pic>
          <p:sp>
            <p:nvSpPr>
              <p:cNvPr id="68" name="TextBox 67"/>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60" name="Group 59"/>
            <p:cNvGrpSpPr/>
            <p:nvPr userDrawn="1"/>
          </p:nvGrpSpPr>
          <p:grpSpPr>
            <a:xfrm>
              <a:off x="-10398793" y="27751410"/>
              <a:ext cx="9323012" cy="2453251"/>
              <a:chOff x="-4754996" y="12734136"/>
              <a:chExt cx="4296559" cy="1127128"/>
            </a:xfrm>
          </p:grpSpPr>
          <p:graphicFrame>
            <p:nvGraphicFramePr>
              <p:cNvPr id="61" name="Object 60"/>
              <p:cNvGraphicFramePr>
                <a:graphicFrameLocks noChangeAspect="1"/>
              </p:cNvGraphicFramePr>
              <p:nvPr userDrawn="1">
                <p:extLst>
                  <p:ext uri="{D42A27DB-BD31-4B8C-83A1-F6EECF244321}">
                    <p14:modId xmlns:p14="http://schemas.microsoft.com/office/powerpoint/2010/main" val="1199812768"/>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14" imgW="1828440" imgH="1117440" progId="Photoshop.Image.13">
                      <p:embed/>
                    </p:oleObj>
                  </mc:Choice>
                  <mc:Fallback>
                    <p:oleObj name="Image" r:id="rId14" imgW="1828440" imgH="1117440" progId="Photoshop.Image.13">
                      <p:embed/>
                      <p:pic>
                        <p:nvPicPr>
                          <p:cNvPr id="61" name="Object 60"/>
                          <p:cNvPicPr/>
                          <p:nvPr/>
                        </p:nvPicPr>
                        <p:blipFill>
                          <a:blip r:embed="rId15"/>
                          <a:stretch>
                            <a:fillRect/>
                          </a:stretch>
                        </p:blipFill>
                        <p:spPr>
                          <a:xfrm>
                            <a:off x="-4533347" y="12734142"/>
                            <a:ext cx="1828800" cy="1117600"/>
                          </a:xfrm>
                          <a:prstGeom prst="rect">
                            <a:avLst/>
                          </a:prstGeom>
                        </p:spPr>
                      </p:pic>
                    </p:oleObj>
                  </mc:Fallback>
                </mc:AlternateContent>
              </a:graphicData>
            </a:graphic>
          </p:graphicFrame>
          <p:graphicFrame>
            <p:nvGraphicFramePr>
              <p:cNvPr id="62" name="Object 61"/>
              <p:cNvGraphicFramePr>
                <a:graphicFrameLocks noChangeAspect="1"/>
              </p:cNvGraphicFramePr>
              <p:nvPr userDrawn="1">
                <p:extLst>
                  <p:ext uri="{D42A27DB-BD31-4B8C-83A1-F6EECF244321}">
                    <p14:modId xmlns:p14="http://schemas.microsoft.com/office/powerpoint/2010/main" val="4096349677"/>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16" imgW="1828440" imgH="1117440" progId="Photoshop.Image.13">
                      <p:embed/>
                    </p:oleObj>
                  </mc:Choice>
                  <mc:Fallback>
                    <p:oleObj name="Image" r:id="rId16" imgW="1828440" imgH="1117440" progId="Photoshop.Image.13">
                      <p:embed/>
                      <p:pic>
                        <p:nvPicPr>
                          <p:cNvPr id="62" name="Object 61"/>
                          <p:cNvPicPr/>
                          <p:nvPr/>
                        </p:nvPicPr>
                        <p:blipFill>
                          <a:blip r:embed="rId17"/>
                          <a:stretch>
                            <a:fillRect/>
                          </a:stretch>
                        </p:blipFill>
                        <p:spPr>
                          <a:xfrm>
                            <a:off x="-2456641" y="12737835"/>
                            <a:ext cx="1828800" cy="1117600"/>
                          </a:xfrm>
                          <a:prstGeom prst="rect">
                            <a:avLst/>
                          </a:prstGeom>
                        </p:spPr>
                      </p:pic>
                    </p:oleObj>
                  </mc:Fallback>
                </mc:AlternateContent>
              </a:graphicData>
            </a:graphic>
          </p:graphicFrame>
          <p:sp>
            <p:nvSpPr>
              <p:cNvPr id="63" name="TextBox 62"/>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64" name="TextBox 63"/>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sp>
        <p:nvSpPr>
          <p:cNvPr id="40" name="Text Box 14"/>
          <p:cNvSpPr txBox="1">
            <a:spLocks noChangeArrowheads="1"/>
          </p:cNvSpPr>
          <p:nvPr userDrawn="1"/>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8"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5363"/>
            <a:ext cx="43891200" cy="152400"/>
          </a:xfrm>
          <a:prstGeom prst="rect">
            <a:avLst/>
          </a:prstGeom>
          <a:solidFill>
            <a:schemeClr val="accent5">
              <a:lumMod val="50000"/>
            </a:schemeClr>
          </a:solidFill>
          <a:ln w="152400">
            <a:noFill/>
            <a:miter lim="800000"/>
            <a:headEnd/>
            <a:tailEnd/>
          </a:ln>
          <a:effectLst/>
        </p:spPr>
        <p:txBody>
          <a:bodyPr wrap="none" lIns="91436" tIns="45717" rIns="91436" bIns="45717" anchor="ctr"/>
          <a:lstStyle/>
          <a:p>
            <a:pPr>
              <a:defRPr/>
            </a:pPr>
            <a:endParaRPr lang="en-US" dirty="0"/>
          </a:p>
        </p:txBody>
      </p:sp>
      <p:sp>
        <p:nvSpPr>
          <p:cNvPr id="21" name="Rounded Rectangle 20"/>
          <p:cNvSpPr/>
          <p:nvPr userDrawn="1"/>
        </p:nvSpPr>
        <p:spPr>
          <a:xfrm>
            <a:off x="922338" y="5257800"/>
            <a:ext cx="10050462" cy="26736675"/>
          </a:xfrm>
          <a:prstGeom prst="roundRect">
            <a:avLst>
              <a:gd name="adj" fmla="val 5862"/>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p:cNvSpPr/>
          <p:nvPr userDrawn="1"/>
        </p:nvSpPr>
        <p:spPr>
          <a:xfrm>
            <a:off x="32918400" y="5257800"/>
            <a:ext cx="10050462" cy="26736675"/>
          </a:xfrm>
          <a:prstGeom prst="roundRect">
            <a:avLst>
              <a:gd name="adj" fmla="val 5862"/>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userDrawn="1"/>
        </p:nvSpPr>
        <p:spPr>
          <a:xfrm>
            <a:off x="11583194" y="5267325"/>
            <a:ext cx="20724813" cy="26736675"/>
          </a:xfrm>
          <a:prstGeom prst="roundRect">
            <a:avLst>
              <a:gd name="adj" fmla="val 2853"/>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 name="Group 42"/>
          <p:cNvGrpSpPr/>
          <p:nvPr userDrawn="1"/>
        </p:nvGrpSpPr>
        <p:grpSpPr>
          <a:xfrm>
            <a:off x="44157839" y="-55065"/>
            <a:ext cx="11062139" cy="32973465"/>
            <a:chOff x="44157839" y="-55065"/>
            <a:chExt cx="11062139" cy="32973465"/>
          </a:xfrm>
        </p:grpSpPr>
        <p:sp>
          <p:nvSpPr>
            <p:cNvPr id="44" name="Rectangle 43"/>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45" name="Object 44"/>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3" imgW="4571280" imgH="1688760" progId="Photoshop.Image.13">
                    <p:embed/>
                  </p:oleObj>
                </mc:Choice>
                <mc:Fallback>
                  <p:oleObj name="Image" r:id="rId3" imgW="4571280" imgH="1688760" progId="Photoshop.Image.13">
                    <p:embed/>
                    <p:pic>
                      <p:nvPicPr>
                        <p:cNvPr id="45" name="Object 44"/>
                        <p:cNvPicPr/>
                        <p:nvPr/>
                      </p:nvPicPr>
                      <p:blipFill>
                        <a:blip r:embed="rId4"/>
                        <a:stretch>
                          <a:fillRect/>
                        </a:stretch>
                      </p:blipFill>
                      <p:spPr>
                        <a:xfrm>
                          <a:off x="46915679" y="3349444"/>
                          <a:ext cx="5586150" cy="2063772"/>
                        </a:xfrm>
                        <a:prstGeom prst="rect">
                          <a:avLst/>
                        </a:prstGeom>
                      </p:spPr>
                    </p:pic>
                  </p:oleObj>
                </mc:Fallback>
              </mc:AlternateContent>
            </a:graphicData>
          </a:graphic>
        </p:graphicFrame>
        <p:pic>
          <p:nvPicPr>
            <p:cNvPr id="46" name="Picture 45"/>
            <p:cNvPicPr>
              <a:picLocks noChangeAspect="1"/>
            </p:cNvPicPr>
            <p:nvPr userDrawn="1"/>
          </p:nvPicPr>
          <p:blipFill>
            <a:blip r:embed="rId5"/>
            <a:stretch>
              <a:fillRect/>
            </a:stretch>
          </p:blipFill>
          <p:spPr>
            <a:xfrm>
              <a:off x="44621819" y="7740040"/>
              <a:ext cx="2969584" cy="1370577"/>
            </a:xfrm>
            <a:prstGeom prst="rect">
              <a:avLst/>
            </a:prstGeom>
            <a:ln>
              <a:noFill/>
            </a:ln>
          </p:spPr>
        </p:pic>
        <p:graphicFrame>
          <p:nvGraphicFramePr>
            <p:cNvPr id="47" name="Object 46"/>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6" imgW="1574280" imgH="1053720" progId="Photoshop.Image.13">
                    <p:embed/>
                  </p:oleObj>
                </mc:Choice>
                <mc:Fallback>
                  <p:oleObj name="Image" r:id="rId6" imgW="1574280" imgH="1053720" progId="Photoshop.Image.13">
                    <p:embed/>
                    <p:pic>
                      <p:nvPicPr>
                        <p:cNvPr id="47" name="Object 46"/>
                        <p:cNvPicPr/>
                        <p:nvPr/>
                      </p:nvPicPr>
                      <p:blipFill>
                        <a:blip r:embed="rId7"/>
                        <a:stretch>
                          <a:fillRect/>
                        </a:stretch>
                      </p:blipFill>
                      <p:spPr>
                        <a:xfrm>
                          <a:off x="44629619" y="12347263"/>
                          <a:ext cx="1482266" cy="992162"/>
                        </a:xfrm>
                        <a:prstGeom prst="rect">
                          <a:avLst/>
                        </a:prstGeom>
                      </p:spPr>
                    </p:pic>
                  </p:oleObj>
                </mc:Fallback>
              </mc:AlternateContent>
            </a:graphicData>
          </a:graphic>
        </p:graphicFrame>
        <p:grpSp>
          <p:nvGrpSpPr>
            <p:cNvPr id="48" name="Group 47"/>
            <p:cNvGrpSpPr/>
            <p:nvPr userDrawn="1"/>
          </p:nvGrpSpPr>
          <p:grpSpPr>
            <a:xfrm>
              <a:off x="44487207" y="29414560"/>
              <a:ext cx="10354213" cy="1265612"/>
              <a:chOff x="44200453" y="28362386"/>
              <a:chExt cx="9771399" cy="1090622"/>
            </a:xfrm>
          </p:grpSpPr>
          <p:sp>
            <p:nvSpPr>
              <p:cNvPr id="50" name="Rounded Rectangle 49"/>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1" name="Picture 7" descr="http://t2.gstatic.com/images?q=tbn:ANd9GcR4APHC6TT9w54M2zn_pvCiBxUNcspYPoVxirLRphBoJabfSvu7zw">
                <a:hlinkClick r:id="rId8"/>
              </p:cNvPr>
              <p:cNvPicPr>
                <a:picLocks noChangeAspect="1" noChangeArrowheads="1"/>
              </p:cNvPicPr>
              <p:nvPr userDrawn="1"/>
            </p:nvPicPr>
            <p:blipFill>
              <a:blip r:embed="rId9" cstate="print"/>
              <a:srcRect/>
              <a:stretch>
                <a:fillRect/>
              </a:stretch>
            </p:blipFill>
            <p:spPr bwMode="auto">
              <a:xfrm>
                <a:off x="44326393" y="28460718"/>
                <a:ext cx="914401" cy="914399"/>
              </a:xfrm>
              <a:prstGeom prst="rect">
                <a:avLst/>
              </a:prstGeom>
              <a:noFill/>
              <a:ln>
                <a:noFill/>
              </a:ln>
            </p:spPr>
          </p:pic>
          <p:sp>
            <p:nvSpPr>
              <p:cNvPr id="52" name="TextBox 51"/>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a:t>
                </a:r>
                <a:r>
                  <a:rPr lang="en-US" sz="2400" baseline="0" dirty="0" err="1">
                    <a:solidFill>
                      <a:schemeClr val="tx2"/>
                    </a:solidFill>
                    <a:latin typeface="Trebuchet MS" pitchFamily="34" charset="0"/>
                  </a:rPr>
                  <a:t>Facebook</a:t>
                </a:r>
                <a:r>
                  <a:rPr lang="en-US" sz="2400" baseline="0" dirty="0">
                    <a:solidFill>
                      <a:schemeClr val="tx2"/>
                    </a:solidFill>
                    <a:latin typeface="Trebuchet MS" pitchFamily="34" charset="0"/>
                  </a:rPr>
                  <a:t>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49" name="TextBox 48"/>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grpSp>
        <p:nvGrpSpPr>
          <p:cNvPr id="53" name="Group 52"/>
          <p:cNvGrpSpPr/>
          <p:nvPr userDrawn="1"/>
        </p:nvGrpSpPr>
        <p:grpSpPr>
          <a:xfrm>
            <a:off x="-11225189" y="-1"/>
            <a:ext cx="11018865" cy="32918401"/>
            <a:chOff x="-11225189" y="-1"/>
            <a:chExt cx="11018865" cy="32918401"/>
          </a:xfrm>
        </p:grpSpPr>
        <p:sp>
          <p:nvSpPr>
            <p:cNvPr id="54" name="Rectangle 5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55" name="Straight Connector 54"/>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56" name="Picture 55"/>
            <p:cNvPicPr>
              <a:picLocks noChangeAspect="1"/>
            </p:cNvPicPr>
            <p:nvPr userDrawn="1"/>
          </p:nvPicPr>
          <p:blipFill>
            <a:blip r:embed="rId10"/>
            <a:stretch>
              <a:fillRect/>
            </a:stretch>
          </p:blipFill>
          <p:spPr>
            <a:xfrm>
              <a:off x="-10740740" y="10261718"/>
              <a:ext cx="1597666" cy="1201935"/>
            </a:xfrm>
            <a:prstGeom prst="rect">
              <a:avLst/>
            </a:prstGeom>
          </p:spPr>
        </p:pic>
        <p:pic>
          <p:nvPicPr>
            <p:cNvPr id="57" name="Picture 56"/>
            <p:cNvPicPr>
              <a:picLocks noChangeAspect="1"/>
            </p:cNvPicPr>
            <p:nvPr userDrawn="1"/>
          </p:nvPicPr>
          <p:blipFill>
            <a:blip r:embed="rId11"/>
            <a:stretch>
              <a:fillRect/>
            </a:stretch>
          </p:blipFill>
          <p:spPr>
            <a:xfrm>
              <a:off x="-10732765" y="15696927"/>
              <a:ext cx="9986808" cy="1053596"/>
            </a:xfrm>
            <a:prstGeom prst="rect">
              <a:avLst/>
            </a:prstGeom>
          </p:spPr>
        </p:pic>
        <p:grpSp>
          <p:nvGrpSpPr>
            <p:cNvPr id="58" name="Group 57"/>
            <p:cNvGrpSpPr/>
            <p:nvPr userDrawn="1"/>
          </p:nvGrpSpPr>
          <p:grpSpPr>
            <a:xfrm>
              <a:off x="-9744993" y="23540957"/>
              <a:ext cx="7531182" cy="2120439"/>
              <a:chOff x="-4470427" y="11016658"/>
              <a:chExt cx="3470785" cy="974220"/>
            </a:xfrm>
          </p:grpSpPr>
          <p:grpSp>
            <p:nvGrpSpPr>
              <p:cNvPr id="64" name="Group 63"/>
              <p:cNvGrpSpPr/>
              <p:nvPr userDrawn="1"/>
            </p:nvGrpSpPr>
            <p:grpSpPr>
              <a:xfrm>
                <a:off x="-2783495" y="11060886"/>
                <a:ext cx="624431" cy="893535"/>
                <a:chOff x="-3958697" y="11117435"/>
                <a:chExt cx="779338" cy="1280430"/>
              </a:xfrm>
            </p:grpSpPr>
            <p:pic>
              <p:nvPicPr>
                <p:cNvPr id="70" name="Picture 69"/>
                <p:cNvPicPr>
                  <a:picLocks noChangeAspect="1"/>
                </p:cNvPicPr>
                <p:nvPr userDrawn="1"/>
              </p:nvPicPr>
              <p:blipFill>
                <a:blip r:embed="rId12"/>
                <a:stretch>
                  <a:fillRect/>
                </a:stretch>
              </p:blipFill>
              <p:spPr>
                <a:xfrm>
                  <a:off x="-3948160" y="11117435"/>
                  <a:ext cx="768801" cy="1090857"/>
                </a:xfrm>
                <a:prstGeom prst="rect">
                  <a:avLst/>
                </a:prstGeom>
              </p:spPr>
            </p:pic>
            <p:sp>
              <p:nvSpPr>
                <p:cNvPr id="71" name="TextBox 70"/>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65" name="Group 64"/>
              <p:cNvGrpSpPr/>
              <p:nvPr userDrawn="1"/>
            </p:nvGrpSpPr>
            <p:grpSpPr>
              <a:xfrm>
                <a:off x="-2033159" y="11060889"/>
                <a:ext cx="1033517" cy="893529"/>
                <a:chOff x="-2921738" y="11200127"/>
                <a:chExt cx="1420279" cy="1227904"/>
              </a:xfrm>
            </p:grpSpPr>
            <p:pic>
              <p:nvPicPr>
                <p:cNvPr id="68" name="Picture 67"/>
                <p:cNvPicPr>
                  <a:picLocks noChangeAspect="1"/>
                </p:cNvPicPr>
                <p:nvPr userDrawn="1"/>
              </p:nvPicPr>
              <p:blipFill>
                <a:blip r:embed="rId12"/>
                <a:stretch>
                  <a:fillRect/>
                </a:stretch>
              </p:blipFill>
              <p:spPr>
                <a:xfrm>
                  <a:off x="-2921738" y="11200127"/>
                  <a:ext cx="1420279" cy="1029694"/>
                </a:xfrm>
                <a:prstGeom prst="rect">
                  <a:avLst/>
                </a:prstGeom>
              </p:spPr>
            </p:pic>
            <p:sp>
              <p:nvSpPr>
                <p:cNvPr id="69" name="TextBox 68"/>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66" name="Picture 65"/>
              <p:cNvPicPr>
                <a:picLocks noChangeAspect="1"/>
              </p:cNvPicPr>
              <p:nvPr userDrawn="1"/>
            </p:nvPicPr>
            <p:blipFill>
              <a:blip r:embed="rId13"/>
              <a:stretch>
                <a:fillRect/>
              </a:stretch>
            </p:blipFill>
            <p:spPr>
              <a:xfrm>
                <a:off x="-4470427" y="11016658"/>
                <a:ext cx="1098742" cy="847761"/>
              </a:xfrm>
              <a:prstGeom prst="rect">
                <a:avLst/>
              </a:prstGeom>
            </p:spPr>
          </p:pic>
          <p:sp>
            <p:nvSpPr>
              <p:cNvPr id="67" name="TextBox 66"/>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59" name="Group 58"/>
            <p:cNvGrpSpPr/>
            <p:nvPr userDrawn="1"/>
          </p:nvGrpSpPr>
          <p:grpSpPr>
            <a:xfrm>
              <a:off x="-10398793" y="27751410"/>
              <a:ext cx="9323012" cy="2453251"/>
              <a:chOff x="-4754996" y="12734136"/>
              <a:chExt cx="4296559" cy="1127128"/>
            </a:xfrm>
          </p:grpSpPr>
          <p:graphicFrame>
            <p:nvGraphicFramePr>
              <p:cNvPr id="60" name="Object 59"/>
              <p:cNvGraphicFramePr>
                <a:graphicFrameLocks noChangeAspect="1"/>
              </p:cNvGraphicFramePr>
              <p:nvPr userDrawn="1">
                <p:extLst>
                  <p:ext uri="{D42A27DB-BD31-4B8C-83A1-F6EECF244321}">
                    <p14:modId xmlns:p14="http://schemas.microsoft.com/office/powerpoint/2010/main" val="1199812768"/>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14" imgW="1828440" imgH="1117440" progId="Photoshop.Image.13">
                      <p:embed/>
                    </p:oleObj>
                  </mc:Choice>
                  <mc:Fallback>
                    <p:oleObj name="Image" r:id="rId14" imgW="1828440" imgH="1117440" progId="Photoshop.Image.13">
                      <p:embed/>
                      <p:pic>
                        <p:nvPicPr>
                          <p:cNvPr id="60" name="Object 59"/>
                          <p:cNvPicPr/>
                          <p:nvPr/>
                        </p:nvPicPr>
                        <p:blipFill>
                          <a:blip r:embed="rId15"/>
                          <a:stretch>
                            <a:fillRect/>
                          </a:stretch>
                        </p:blipFill>
                        <p:spPr>
                          <a:xfrm>
                            <a:off x="-4533347" y="12734142"/>
                            <a:ext cx="1828800" cy="1117600"/>
                          </a:xfrm>
                          <a:prstGeom prst="rect">
                            <a:avLst/>
                          </a:prstGeom>
                        </p:spPr>
                      </p:pic>
                    </p:oleObj>
                  </mc:Fallback>
                </mc:AlternateContent>
              </a:graphicData>
            </a:graphic>
          </p:graphicFrame>
          <p:graphicFrame>
            <p:nvGraphicFramePr>
              <p:cNvPr id="61" name="Object 60"/>
              <p:cNvGraphicFramePr>
                <a:graphicFrameLocks noChangeAspect="1"/>
              </p:cNvGraphicFramePr>
              <p:nvPr userDrawn="1">
                <p:extLst>
                  <p:ext uri="{D42A27DB-BD31-4B8C-83A1-F6EECF244321}">
                    <p14:modId xmlns:p14="http://schemas.microsoft.com/office/powerpoint/2010/main" val="4096349677"/>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16" imgW="1828440" imgH="1117440" progId="Photoshop.Image.13">
                      <p:embed/>
                    </p:oleObj>
                  </mc:Choice>
                  <mc:Fallback>
                    <p:oleObj name="Image" r:id="rId16" imgW="1828440" imgH="1117440" progId="Photoshop.Image.13">
                      <p:embed/>
                      <p:pic>
                        <p:nvPicPr>
                          <p:cNvPr id="61" name="Object 60"/>
                          <p:cNvPicPr/>
                          <p:nvPr/>
                        </p:nvPicPr>
                        <p:blipFill>
                          <a:blip r:embed="rId17"/>
                          <a:stretch>
                            <a:fillRect/>
                          </a:stretch>
                        </p:blipFill>
                        <p:spPr>
                          <a:xfrm>
                            <a:off x="-2456641" y="12737835"/>
                            <a:ext cx="1828800" cy="1117600"/>
                          </a:xfrm>
                          <a:prstGeom prst="rect">
                            <a:avLst/>
                          </a:prstGeom>
                        </p:spPr>
                      </p:pic>
                    </p:oleObj>
                  </mc:Fallback>
                </mc:AlternateContent>
              </a:graphicData>
            </a:graphic>
          </p:graphicFrame>
          <p:sp>
            <p:nvSpPr>
              <p:cNvPr id="62" name="TextBox 61"/>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63" name="TextBox 62"/>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sp>
        <p:nvSpPr>
          <p:cNvPr id="38" name="Text Box 14"/>
          <p:cNvSpPr txBox="1">
            <a:spLocks noChangeArrowheads="1"/>
          </p:cNvSpPr>
          <p:nvPr userDrawn="1"/>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491425" y="6378481"/>
            <a:ext cx="10056813" cy="4154961"/>
          </a:xfrm>
        </p:spPr>
        <p:txBody>
          <a:bodyPr/>
          <a:lstStyle/>
          <a:p>
            <a:r>
              <a:rPr lang="en-US" sz="2400" dirty="0">
                <a:solidFill>
                  <a:schemeClr val="tx1"/>
                </a:solidFill>
                <a:latin typeface="Arial" panose="020B0604020202020204" pitchFamily="34" charset="0"/>
                <a:cs typeface="Arial" panose="020B0604020202020204" pitchFamily="34" charset="0"/>
              </a:rPr>
              <a:t>This project develops a machine learning model to predict daily hotel occupancy and recommend optimal staffing levels for a city-</a:t>
            </a:r>
            <a:r>
              <a:rPr lang="en-US" sz="2400" dirty="0" err="1">
                <a:solidFill>
                  <a:schemeClr val="tx1"/>
                </a:solidFill>
                <a:latin typeface="Arial" panose="020B0604020202020204" pitchFamily="34" charset="0"/>
                <a:cs typeface="Arial" panose="020B0604020202020204" pitchFamily="34" charset="0"/>
              </a:rPr>
              <a:t>centre</a:t>
            </a:r>
            <a:r>
              <a:rPr lang="en-US" sz="2400" dirty="0">
                <a:solidFill>
                  <a:schemeClr val="tx1"/>
                </a:solidFill>
                <a:latin typeface="Arial" panose="020B0604020202020204" pitchFamily="34" charset="0"/>
                <a:cs typeface="Arial" panose="020B0604020202020204" pitchFamily="34" charset="0"/>
              </a:rPr>
              <a:t> hotel in Dublin. Three datasets were combined: historical hotel booking records (Kaggle), daily weather observations (Met Éireann), and a synthetic Dublin events dataset. Following the CRISP-DM methodology, a Random Forest Regression model was trained on 793 days of data covering 2015–2017. The final model achieved an R² of 0.7133 and a Mean Absolute Error of 16.66 guests, demonstrating that data-driven staffing recommendations are both achievable and operationally practical.</a:t>
            </a:r>
            <a:endParaRPr lang="en-US" dirty="0"/>
          </a:p>
        </p:txBody>
      </p:sp>
      <p:sp>
        <p:nvSpPr>
          <p:cNvPr id="3" name="Text Placeholder 2"/>
          <p:cNvSpPr>
            <a:spLocks noGrp="1"/>
          </p:cNvSpPr>
          <p:nvPr>
            <p:ph type="body" sz="quarter" idx="11"/>
          </p:nvPr>
        </p:nvSpPr>
        <p:spPr/>
        <p:txBody>
          <a:bodyPr/>
          <a:lstStyle/>
          <a:p>
            <a:r>
              <a:rPr lang="en-US" dirty="0">
                <a:solidFill>
                  <a:schemeClr val="tx2"/>
                </a:solidFill>
                <a:latin typeface="Arial" panose="020B0604020202020204" pitchFamily="34" charset="0"/>
                <a:cs typeface="Arial" panose="020B0604020202020204" pitchFamily="34" charset="0"/>
              </a:rPr>
              <a:t>ABSTRACT</a:t>
            </a:r>
          </a:p>
        </p:txBody>
      </p:sp>
      <p:sp>
        <p:nvSpPr>
          <p:cNvPr id="4" name="Text Placeholder 3"/>
          <p:cNvSpPr>
            <a:spLocks noGrp="1"/>
          </p:cNvSpPr>
          <p:nvPr>
            <p:ph type="body" sz="quarter" idx="20"/>
          </p:nvPr>
        </p:nvSpPr>
        <p:spPr>
          <a:xfrm>
            <a:off x="509578" y="18648837"/>
            <a:ext cx="10050462" cy="754045"/>
          </a:xfrm>
        </p:spPr>
        <p:txBody>
          <a:bodyPr/>
          <a:lstStyle/>
          <a:p>
            <a:r>
              <a:rPr lang="en-US" dirty="0">
                <a:solidFill>
                  <a:schemeClr val="tx2"/>
                </a:solidFill>
                <a:latin typeface="Arial" panose="020B0604020202020204" pitchFamily="34" charset="0"/>
                <a:cs typeface="Arial" panose="020B0604020202020204" pitchFamily="34" charset="0"/>
              </a:rPr>
              <a:t>CONCEPTUAL FRAMEWORK</a:t>
            </a:r>
          </a:p>
        </p:txBody>
      </p:sp>
      <p:sp>
        <p:nvSpPr>
          <p:cNvPr id="5" name="Text Placeholder 4"/>
          <p:cNvSpPr>
            <a:spLocks noGrp="1"/>
          </p:cNvSpPr>
          <p:nvPr>
            <p:ph type="body" sz="quarter" idx="21"/>
          </p:nvPr>
        </p:nvSpPr>
        <p:spPr>
          <a:xfrm>
            <a:off x="11516684" y="6302794"/>
            <a:ext cx="10048874" cy="3416298"/>
          </a:xfrm>
        </p:spPr>
        <p:txBody>
          <a:bodyPr/>
          <a:lstStyle/>
          <a:p>
            <a:r>
              <a:rPr lang="en-US" sz="2400" dirty="0">
                <a:solidFill>
                  <a:schemeClr val="tx1"/>
                </a:solidFill>
                <a:latin typeface="Arial" panose="020B0604020202020204" pitchFamily="34" charset="0"/>
                <a:cs typeface="Arial" panose="020B0604020202020204" pitchFamily="34" charset="0"/>
              </a:rPr>
              <a:t>This project follows a quantitative, empirical research paradigm. Rather than collecting data from human participants, knowledge is derived from historical datasets and validated through measurable performance metrics. The approach is positivist in nature, patterns in hotel occupancy are assumed to follow consistent, discoverable rules that a machine learning model can learn from past data and apply to future predictions. The diagram below characterizes the data pipeline that forms the technical foundation of this study.</a:t>
            </a:r>
          </a:p>
        </p:txBody>
      </p:sp>
      <p:sp>
        <p:nvSpPr>
          <p:cNvPr id="6" name="Text Placeholder 5"/>
          <p:cNvSpPr>
            <a:spLocks noGrp="1"/>
          </p:cNvSpPr>
          <p:nvPr>
            <p:ph type="body" sz="quarter" idx="22"/>
          </p:nvPr>
        </p:nvSpPr>
        <p:spPr/>
        <p:txBody>
          <a:bodyPr/>
          <a:lstStyle/>
          <a:p>
            <a:r>
              <a:rPr lang="en-US" dirty="0">
                <a:solidFill>
                  <a:schemeClr val="tx2"/>
                </a:solidFill>
                <a:latin typeface="Arial" panose="020B0604020202020204" pitchFamily="34" charset="0"/>
                <a:cs typeface="Arial" panose="020B0604020202020204" pitchFamily="34" charset="0"/>
              </a:rPr>
              <a:t>RESEARCH PARADIGM</a:t>
            </a:r>
          </a:p>
        </p:txBody>
      </p:sp>
      <p:sp>
        <p:nvSpPr>
          <p:cNvPr id="8" name="Text Placeholder 7"/>
          <p:cNvSpPr>
            <a:spLocks noGrp="1"/>
          </p:cNvSpPr>
          <p:nvPr>
            <p:ph type="body" sz="quarter" idx="24"/>
          </p:nvPr>
        </p:nvSpPr>
        <p:spPr/>
        <p:txBody>
          <a:bodyPr/>
          <a:lstStyle/>
          <a:p>
            <a:r>
              <a:rPr lang="en-US" dirty="0">
                <a:solidFill>
                  <a:schemeClr val="tx2"/>
                </a:solidFill>
                <a:latin typeface="Arial" panose="020B0604020202020204" pitchFamily="34" charset="0"/>
                <a:cs typeface="Arial" panose="020B0604020202020204" pitchFamily="34" charset="0"/>
              </a:rPr>
              <a:t>FINDINGS</a:t>
            </a:r>
          </a:p>
        </p:txBody>
      </p:sp>
      <p:sp>
        <p:nvSpPr>
          <p:cNvPr id="9" name="Text Placeholder 8"/>
          <p:cNvSpPr>
            <a:spLocks noGrp="1"/>
          </p:cNvSpPr>
          <p:nvPr>
            <p:ph type="body" sz="quarter" idx="25"/>
          </p:nvPr>
        </p:nvSpPr>
        <p:spPr>
          <a:xfrm>
            <a:off x="33346443" y="21931197"/>
            <a:ext cx="10047018" cy="677100"/>
          </a:xfrm>
        </p:spPr>
        <p:txBody>
          <a:bodyPr/>
          <a:lstStyle/>
          <a:p>
            <a:r>
              <a:rPr lang="en-US" sz="3200" dirty="0">
                <a:solidFill>
                  <a:schemeClr val="tx2"/>
                </a:solidFill>
                <a:latin typeface="Arial" panose="020B0604020202020204" pitchFamily="34" charset="0"/>
                <a:cs typeface="Arial" panose="020B0604020202020204" pitchFamily="34" charset="0"/>
              </a:rPr>
              <a:t>CONCLUSIONS</a:t>
            </a:r>
          </a:p>
        </p:txBody>
      </p:sp>
      <p:sp>
        <p:nvSpPr>
          <p:cNvPr id="11" name="Text Placeholder 10"/>
          <p:cNvSpPr>
            <a:spLocks noGrp="1"/>
          </p:cNvSpPr>
          <p:nvPr>
            <p:ph type="body" sz="quarter" idx="27"/>
          </p:nvPr>
        </p:nvSpPr>
        <p:spPr>
          <a:xfrm>
            <a:off x="33392567" y="28504101"/>
            <a:ext cx="10047018" cy="754045"/>
          </a:xfrm>
        </p:spPr>
        <p:txBody>
          <a:bodyPr/>
          <a:lstStyle/>
          <a:p>
            <a:r>
              <a:rPr lang="en-US" dirty="0">
                <a:solidFill>
                  <a:schemeClr val="tx2"/>
                </a:solidFill>
                <a:latin typeface="Arial" panose="020B0604020202020204" pitchFamily="34" charset="0"/>
                <a:cs typeface="Arial" panose="020B0604020202020204" pitchFamily="34" charset="0"/>
              </a:rPr>
              <a:t>REFERENCES</a:t>
            </a:r>
          </a:p>
        </p:txBody>
      </p:sp>
      <p:sp>
        <p:nvSpPr>
          <p:cNvPr id="16" name="Text Placeholder 15"/>
          <p:cNvSpPr>
            <a:spLocks noGrp="1"/>
          </p:cNvSpPr>
          <p:nvPr>
            <p:ph type="body" sz="quarter" idx="150"/>
          </p:nvPr>
        </p:nvSpPr>
        <p:spPr/>
        <p:txBody>
          <a:bodyPr>
            <a:normAutofit/>
          </a:bodyPr>
          <a:lstStyle/>
          <a:p>
            <a:r>
              <a:rPr lang="en-US" sz="4800" b="1" dirty="0">
                <a:latin typeface="Arial" panose="020B0604020202020204" pitchFamily="34" charset="0"/>
                <a:cs typeface="Arial" panose="020B0604020202020204" pitchFamily="34" charset="0"/>
              </a:rPr>
              <a:t>Graham Glanville, CCT College Dublin / University of Hertfordshire (EdD Cohort 9), May 2019</a:t>
            </a:r>
          </a:p>
        </p:txBody>
      </p:sp>
      <p:sp>
        <p:nvSpPr>
          <p:cNvPr id="18" name="Text Placeholder 17"/>
          <p:cNvSpPr>
            <a:spLocks noGrp="1"/>
          </p:cNvSpPr>
          <p:nvPr>
            <p:ph type="body" sz="quarter" idx="153"/>
          </p:nvPr>
        </p:nvSpPr>
        <p:spPr>
          <a:xfrm>
            <a:off x="509578" y="817503"/>
            <a:ext cx="42901013" cy="2277387"/>
          </a:xfrm>
        </p:spPr>
        <p:txBody>
          <a:bodyPr>
            <a:normAutofit/>
          </a:bodyPr>
          <a:lstStyle/>
          <a:p>
            <a:r>
              <a:rPr lang="en-US" dirty="0"/>
              <a:t>Hotel Staffing Optimization Using Random Forest Regression</a:t>
            </a:r>
            <a:endParaRPr lang="en-US" dirty="0">
              <a:latin typeface="+mn-lt"/>
            </a:endParaRPr>
          </a:p>
        </p:txBody>
      </p:sp>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408415" y="10820362"/>
            <a:ext cx="9841664" cy="522365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9"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392567" y="16426199"/>
            <a:ext cx="9857512" cy="52482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4100" name="Picture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401443" y="17642446"/>
            <a:ext cx="9965607" cy="706314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7" name="Text Placeholder 6"/>
          <p:cNvSpPr>
            <a:spLocks noGrp="1"/>
          </p:cNvSpPr>
          <p:nvPr>
            <p:ph type="body" sz="quarter" idx="23"/>
          </p:nvPr>
        </p:nvSpPr>
        <p:spPr>
          <a:xfrm>
            <a:off x="22414720" y="11807392"/>
            <a:ext cx="10048874" cy="846363"/>
          </a:xfrm>
        </p:spPr>
        <p:txBody>
          <a:bodyPr/>
          <a:lstStyle/>
          <a:p>
            <a:r>
              <a:rPr lang="en-US" i="1" u="sng" dirty="0">
                <a:latin typeface="Arial" panose="020B0604020202020204" pitchFamily="34" charset="0"/>
                <a:cs typeface="Arial" panose="020B0604020202020204" pitchFamily="34" charset="0"/>
              </a:rPr>
              <a:t>Student Engagement</a:t>
            </a:r>
          </a:p>
        </p:txBody>
      </p:sp>
      <p:sp>
        <p:nvSpPr>
          <p:cNvPr id="28" name="Text Placeholder 6"/>
          <p:cNvSpPr>
            <a:spLocks noGrp="1"/>
          </p:cNvSpPr>
          <p:nvPr>
            <p:ph type="body" sz="quarter" idx="23"/>
          </p:nvPr>
        </p:nvSpPr>
        <p:spPr>
          <a:xfrm>
            <a:off x="22415504" y="6392906"/>
            <a:ext cx="10048874" cy="846363"/>
          </a:xfrm>
        </p:spPr>
        <p:txBody>
          <a:bodyPr/>
          <a:lstStyle/>
          <a:p>
            <a:r>
              <a:rPr lang="en-US" i="1" u="sng" dirty="0">
                <a:latin typeface="Arial" panose="020B0604020202020204" pitchFamily="34" charset="0"/>
                <a:cs typeface="Arial" panose="020B0604020202020204" pitchFamily="34" charset="0"/>
              </a:rPr>
              <a:t>Reflective Learning</a:t>
            </a:r>
          </a:p>
        </p:txBody>
      </p:sp>
      <p:sp>
        <p:nvSpPr>
          <p:cNvPr id="29" name="Text Placeholder 6"/>
          <p:cNvSpPr>
            <a:spLocks noGrp="1"/>
          </p:cNvSpPr>
          <p:nvPr>
            <p:ph type="body" sz="quarter" idx="23"/>
          </p:nvPr>
        </p:nvSpPr>
        <p:spPr>
          <a:xfrm>
            <a:off x="22401444" y="25388262"/>
            <a:ext cx="10048874" cy="846363"/>
          </a:xfrm>
        </p:spPr>
        <p:txBody>
          <a:bodyPr/>
          <a:lstStyle/>
          <a:p>
            <a:r>
              <a:rPr lang="en-US" i="1" u="sng" dirty="0">
                <a:latin typeface="Arial" panose="020B0604020202020204" pitchFamily="34" charset="0"/>
                <a:cs typeface="Arial" panose="020B0604020202020204" pitchFamily="34" charset="0"/>
              </a:rPr>
              <a:t>Social Learning (PBL and PAL activities)</a:t>
            </a:r>
          </a:p>
        </p:txBody>
      </p:sp>
      <p:sp>
        <p:nvSpPr>
          <p:cNvPr id="30" name="Text Placeholder 6"/>
          <p:cNvSpPr>
            <a:spLocks noGrp="1"/>
          </p:cNvSpPr>
          <p:nvPr>
            <p:ph type="body" sz="quarter" idx="23"/>
          </p:nvPr>
        </p:nvSpPr>
        <p:spPr>
          <a:xfrm>
            <a:off x="33371596" y="5536712"/>
            <a:ext cx="10048874" cy="846363"/>
          </a:xfrm>
        </p:spPr>
        <p:txBody>
          <a:bodyPr/>
          <a:lstStyle/>
          <a:p>
            <a:r>
              <a:rPr lang="en-US" i="1" u="sng" dirty="0">
                <a:solidFill>
                  <a:schemeClr val="tx2"/>
                </a:solidFill>
                <a:latin typeface="Arial" panose="020B0604020202020204" pitchFamily="34" charset="0"/>
                <a:cs typeface="Arial" panose="020B0604020202020204" pitchFamily="34" charset="0"/>
              </a:rPr>
              <a:t>Self Efficacy</a:t>
            </a:r>
          </a:p>
        </p:txBody>
      </p:sp>
      <p:sp>
        <p:nvSpPr>
          <p:cNvPr id="31" name="Text Placeholder 11"/>
          <p:cNvSpPr>
            <a:spLocks noGrp="1"/>
          </p:cNvSpPr>
          <p:nvPr>
            <p:ph type="body" sz="quarter" idx="28"/>
          </p:nvPr>
        </p:nvSpPr>
        <p:spPr>
          <a:xfrm>
            <a:off x="33382622" y="6056596"/>
            <a:ext cx="10052050" cy="4693570"/>
          </a:xfrm>
        </p:spPr>
        <p:txBody>
          <a:bodyPr/>
          <a:lstStyle/>
          <a:p>
            <a:r>
              <a:rPr lang="en-IE" dirty="0">
                <a:solidFill>
                  <a:schemeClr val="tx1"/>
                </a:solidFill>
                <a:latin typeface="Arial" panose="020B0604020202020204" pitchFamily="34" charset="0"/>
                <a:cs typeface="Arial" panose="020B0604020202020204" pitchFamily="34" charset="0"/>
              </a:rPr>
              <a:t>Participants were provided a self-efficacy questionnaire, based on a approach suggested by Bandura (2006), to complete at the start and end of a semester. A social learning intervention was introduced to a treatment group, and the overall self-efficacy group score comparison revealed very little, other than a slight increase in the treatment group score.  However, a significant finding was found when comparing the final four questions measuring the perceived ability to work within a group. To illustrate this, the first figure below represents the start of semester self-efficacy group score for both groups, followed by the second figure representing the end of semester self-efficacy score reversal.</a:t>
            </a:r>
            <a:endParaRPr lang="en-US" dirty="0">
              <a:solidFill>
                <a:schemeClr val="tx1"/>
              </a:solidFill>
              <a:latin typeface="Arial" panose="020B0604020202020204" pitchFamily="34" charset="0"/>
              <a:cs typeface="Arial" panose="020B0604020202020204" pitchFamily="34" charset="0"/>
            </a:endParaRPr>
          </a:p>
        </p:txBody>
      </p:sp>
      <p:sp>
        <p:nvSpPr>
          <p:cNvPr id="32" name="Content Placeholder 2"/>
          <p:cNvSpPr txBox="1">
            <a:spLocks/>
          </p:cNvSpPr>
          <p:nvPr/>
        </p:nvSpPr>
        <p:spPr>
          <a:xfrm>
            <a:off x="748454" y="29694077"/>
            <a:ext cx="9397301" cy="979718"/>
          </a:xfrm>
          <a:prstGeom prst="rect">
            <a:avLst/>
          </a:prstGeom>
        </p:spPr>
        <p:txBody>
          <a:bodyPr wrap="square" lIns="228589" tIns="228589" rIns="228589" bIns="228589">
            <a:spAutoFit/>
          </a:bodyPr>
          <a:lstStyle>
            <a:defPPr>
              <a:defRPr lang="en-US"/>
            </a:defPPr>
            <a:lvl1pPr indent="0">
              <a:spcBef>
                <a:spcPct val="20000"/>
              </a:spcBef>
              <a:buFont typeface="Arial" pitchFamily="34" charset="0"/>
              <a:buNone/>
              <a:defRPr sz="2400">
                <a:latin typeface="Arial" panose="020B0604020202020204" pitchFamily="34" charset="0"/>
                <a:cs typeface="Arial" panose="020B0604020202020204" pitchFamily="34" charset="0"/>
              </a:defRPr>
            </a:lvl1pPr>
            <a:lvl2pPr marL="1485825" indent="-571471">
              <a:spcBef>
                <a:spcPct val="20000"/>
              </a:spcBef>
              <a:buFont typeface="Arial" pitchFamily="34" charset="0"/>
              <a:buChar char="–"/>
              <a:defRPr sz="2500">
                <a:latin typeface="Trebuchet MS" pitchFamily="34" charset="0"/>
              </a:defRPr>
            </a:lvl2pPr>
            <a:lvl3pPr marL="2057297" indent="-571471">
              <a:spcBef>
                <a:spcPct val="20000"/>
              </a:spcBef>
              <a:buFont typeface="Arial" pitchFamily="34" charset="0"/>
              <a:buChar char="•"/>
              <a:defRPr sz="2500">
                <a:latin typeface="Trebuchet MS" pitchFamily="34" charset="0"/>
              </a:defRPr>
            </a:lvl3pPr>
            <a:lvl4pPr marL="2685916" indent="-628619">
              <a:spcBef>
                <a:spcPct val="20000"/>
              </a:spcBef>
              <a:buFont typeface="Arial" pitchFamily="34" charset="0"/>
              <a:buChar char="–"/>
              <a:defRPr sz="2500">
                <a:latin typeface="Trebuchet MS" pitchFamily="34" charset="0"/>
              </a:defRPr>
            </a:lvl4pPr>
            <a:lvl5pPr marL="3143093" indent="-457177">
              <a:spcBef>
                <a:spcPct val="20000"/>
              </a:spcBef>
              <a:buFont typeface="Arial" pitchFamily="34" charset="0"/>
              <a:buChar char="»"/>
              <a:defRPr sz="2500">
                <a:latin typeface="Trebuchet MS" pitchFamily="34" charset="0"/>
              </a:defRPr>
            </a:lvl5pPr>
            <a:lvl6pPr marL="12069477" indent="-1097226">
              <a:spcBef>
                <a:spcPct val="20000"/>
              </a:spcBef>
              <a:buFont typeface="Arial" pitchFamily="34" charset="0"/>
              <a:buChar char="•"/>
              <a:defRPr sz="9600"/>
            </a:lvl6pPr>
            <a:lvl7pPr marL="14263926" indent="-1097226">
              <a:spcBef>
                <a:spcPct val="20000"/>
              </a:spcBef>
              <a:buFont typeface="Arial" pitchFamily="34" charset="0"/>
              <a:buChar char="•"/>
              <a:defRPr sz="9600"/>
            </a:lvl7pPr>
            <a:lvl8pPr marL="16458377" indent="-1097226">
              <a:spcBef>
                <a:spcPct val="20000"/>
              </a:spcBef>
              <a:buFont typeface="Arial" pitchFamily="34" charset="0"/>
              <a:buChar char="•"/>
              <a:defRPr sz="9600"/>
            </a:lvl8pPr>
            <a:lvl9pPr marL="18652827" indent="-1097226">
              <a:spcBef>
                <a:spcPct val="20000"/>
              </a:spcBef>
              <a:buFont typeface="Arial" pitchFamily="34" charset="0"/>
              <a:buChar char="•"/>
              <a:defRPr sz="9600"/>
            </a:lvl9pPr>
          </a:lstStyle>
          <a:p>
            <a:r>
              <a:rPr lang="en-US" dirty="0"/>
              <a:t>The iterative nature of CRISP-DM was demonstrated when poor initial results prompted a return to Data Preparation, where a critical error in the occupancy definition was identified and corrected.</a:t>
            </a:r>
            <a:endParaRPr lang="en-IE" dirty="0"/>
          </a:p>
        </p:txBody>
      </p:sp>
      <p:sp>
        <p:nvSpPr>
          <p:cNvPr id="25" name="Rectangle 24"/>
          <p:cNvSpPr/>
          <p:nvPr/>
        </p:nvSpPr>
        <p:spPr>
          <a:xfrm>
            <a:off x="1543050" y="32318325"/>
            <a:ext cx="2828925" cy="438150"/>
          </a:xfrm>
          <a:prstGeom prst="rec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36" name="Content Placeholder 2"/>
          <p:cNvSpPr txBox="1">
            <a:spLocks/>
          </p:cNvSpPr>
          <p:nvPr/>
        </p:nvSpPr>
        <p:spPr>
          <a:xfrm>
            <a:off x="22534004" y="7077748"/>
            <a:ext cx="9795691" cy="5522693"/>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buNone/>
            </a:pPr>
            <a:r>
              <a:rPr lang="en-IE" sz="2500" dirty="0"/>
              <a:t>A reflective learning journal was provided to student participants in two of the action research studies, participants were asked to complete this journal on a weekly basis over the course of a semester.  There was mixed opinions on the use of the journal, with the majority questioning its usefulness.  Students were not convinced of the benefits of using the journal over a long period of time, and found the activity a burden in some cases.  Some viewed it as a piece of additional assessment that had no grade, furthering most to question the benefits.   While some positive benefits were noticed, careful consideration is required if using such a tool for a class cohort, some individuals seemed to adapt better to this type of journaling activity than others.   </a:t>
            </a:r>
          </a:p>
        </p:txBody>
      </p:sp>
      <p:sp>
        <p:nvSpPr>
          <p:cNvPr id="38" name="Text Placeholder 11"/>
          <p:cNvSpPr>
            <a:spLocks noGrp="1"/>
          </p:cNvSpPr>
          <p:nvPr>
            <p:ph type="body" sz="quarter" idx="28"/>
          </p:nvPr>
        </p:nvSpPr>
        <p:spPr>
          <a:xfrm>
            <a:off x="22407466" y="25936012"/>
            <a:ext cx="10052050" cy="6490985"/>
          </a:xfrm>
        </p:spPr>
        <p:txBody>
          <a:bodyPr/>
          <a:lstStyle/>
          <a:p>
            <a:r>
              <a:rPr lang="en-IE" dirty="0">
                <a:solidFill>
                  <a:schemeClr val="tx1"/>
                </a:solidFill>
                <a:latin typeface="Arial" panose="020B0604020202020204" pitchFamily="34" charset="0"/>
                <a:cs typeface="Arial" panose="020B0604020202020204" pitchFamily="34" charset="0"/>
              </a:rPr>
              <a:t>Problem Based Learning (PBL) and Peer Assisted Learning (PAL) were introduced to a treatment group over the course of a semester.  The quotes below represent a small sample of the overall positive feedback the participants expressed in terms of their enjoyment in participating in groups when solving programming problems:</a:t>
            </a:r>
          </a:p>
          <a:p>
            <a:endParaRPr lang="en-IE" dirty="0">
              <a:solidFill>
                <a:schemeClr val="tx1"/>
              </a:solidFill>
              <a:latin typeface="Arial" panose="020B0604020202020204" pitchFamily="34" charset="0"/>
              <a:cs typeface="Arial" panose="020B0604020202020204" pitchFamily="34" charset="0"/>
            </a:endParaRPr>
          </a:p>
          <a:p>
            <a:r>
              <a:rPr lang="en-IE" sz="1600" i="1" dirty="0">
                <a:solidFill>
                  <a:schemeClr val="tx1"/>
                </a:solidFill>
                <a:latin typeface="Arial" panose="020B0604020202020204" pitchFamily="34" charset="0"/>
                <a:cs typeface="Arial" panose="020B0604020202020204" pitchFamily="34" charset="0"/>
              </a:rPr>
              <a:t>“I learned I can work in a group. Although I most of the times would rather work alone, working in a group does make problem solving a lot easier”.</a:t>
            </a:r>
          </a:p>
          <a:p>
            <a:endParaRPr lang="en-IE" sz="1600" i="1" dirty="0">
              <a:solidFill>
                <a:schemeClr val="tx1"/>
              </a:solidFill>
              <a:latin typeface="Arial" panose="020B0604020202020204" pitchFamily="34" charset="0"/>
              <a:cs typeface="Arial" panose="020B0604020202020204" pitchFamily="34" charset="0"/>
            </a:endParaRPr>
          </a:p>
          <a:p>
            <a:r>
              <a:rPr lang="en-IE" sz="1600" i="1" dirty="0">
                <a:solidFill>
                  <a:schemeClr val="tx1"/>
                </a:solidFill>
                <a:latin typeface="Arial" panose="020B0604020202020204" pitchFamily="34" charset="0"/>
                <a:cs typeface="Arial" panose="020B0604020202020204" pitchFamily="34" charset="0"/>
              </a:rPr>
              <a:t>“I enjoy programming but I’m 100% aware that my planning skills are way better than my programming skills. I wish we had more opportunities like this one to practice”.</a:t>
            </a:r>
          </a:p>
          <a:p>
            <a:endParaRPr lang="en-IE" sz="1600" i="1" dirty="0">
              <a:solidFill>
                <a:schemeClr val="tx1"/>
              </a:solidFill>
              <a:latin typeface="Arial" panose="020B0604020202020204" pitchFamily="34" charset="0"/>
              <a:cs typeface="Arial" panose="020B0604020202020204" pitchFamily="34" charset="0"/>
            </a:endParaRPr>
          </a:p>
          <a:p>
            <a:r>
              <a:rPr lang="en-IE" sz="1600" i="1" dirty="0">
                <a:solidFill>
                  <a:schemeClr val="tx1"/>
                </a:solidFill>
                <a:latin typeface="Arial" panose="020B0604020202020204" pitchFamily="34" charset="0"/>
                <a:cs typeface="Arial" panose="020B0604020202020204" pitchFamily="34" charset="0"/>
              </a:rPr>
              <a:t>“Really enjoyable as I am better working with people.  (I’m a really nervous person and individual evaluations makes me so nervous that I cannot concentrate)”.</a:t>
            </a:r>
          </a:p>
          <a:p>
            <a:endParaRPr lang="en-IE" sz="1600" i="1" dirty="0">
              <a:solidFill>
                <a:schemeClr val="tx1"/>
              </a:solidFill>
              <a:latin typeface="Arial" panose="020B0604020202020204" pitchFamily="34" charset="0"/>
              <a:cs typeface="Arial" panose="020B0604020202020204" pitchFamily="34" charset="0"/>
            </a:endParaRPr>
          </a:p>
          <a:p>
            <a:r>
              <a:rPr lang="en-IE" sz="1600" i="1" dirty="0">
                <a:solidFill>
                  <a:schemeClr val="tx1"/>
                </a:solidFill>
                <a:latin typeface="Arial" panose="020B0604020202020204" pitchFamily="34" charset="0"/>
                <a:cs typeface="Arial" panose="020B0604020202020204" pitchFamily="34" charset="0"/>
              </a:rPr>
              <a:t>“These activities really makes more interaction among friends and for a given problem, we can solve it with many the best ways.  And need to be continued in the coming weeks”.</a:t>
            </a:r>
          </a:p>
          <a:p>
            <a:endParaRPr lang="en-IE" sz="1600" i="1" dirty="0">
              <a:solidFill>
                <a:schemeClr val="tx1"/>
              </a:solidFill>
              <a:latin typeface="Arial" panose="020B0604020202020204" pitchFamily="34" charset="0"/>
              <a:cs typeface="Arial" panose="020B0604020202020204" pitchFamily="34" charset="0"/>
            </a:endParaRPr>
          </a:p>
          <a:p>
            <a:endParaRPr lang="en-IE" sz="1600" i="1" dirty="0">
              <a:solidFill>
                <a:schemeClr val="tx1"/>
              </a:solidFill>
              <a:latin typeface="Arial" panose="020B0604020202020204" pitchFamily="34" charset="0"/>
              <a:cs typeface="Arial" panose="020B0604020202020204" pitchFamily="34" charset="0"/>
            </a:endParaRPr>
          </a:p>
        </p:txBody>
      </p:sp>
      <p:sp>
        <p:nvSpPr>
          <p:cNvPr id="40" name="Text Placeholder 3"/>
          <p:cNvSpPr>
            <a:spLocks noGrp="1"/>
          </p:cNvSpPr>
          <p:nvPr>
            <p:ph type="body" sz="quarter" idx="20"/>
          </p:nvPr>
        </p:nvSpPr>
        <p:spPr>
          <a:xfrm>
            <a:off x="433727" y="11101250"/>
            <a:ext cx="10026754" cy="754045"/>
          </a:xfrm>
        </p:spPr>
        <p:txBody>
          <a:bodyPr/>
          <a:lstStyle/>
          <a:p>
            <a:r>
              <a:rPr lang="en-US" dirty="0">
                <a:solidFill>
                  <a:schemeClr val="tx2"/>
                </a:solidFill>
                <a:latin typeface="Arial" panose="020B0604020202020204" pitchFamily="34" charset="0"/>
                <a:cs typeface="Arial" panose="020B0604020202020204" pitchFamily="34" charset="0"/>
              </a:rPr>
              <a:t>RESEARCH QUESTIONS</a:t>
            </a:r>
          </a:p>
        </p:txBody>
      </p:sp>
      <p:sp>
        <p:nvSpPr>
          <p:cNvPr id="41" name="Content Placeholder 2"/>
          <p:cNvSpPr txBox="1">
            <a:spLocks/>
          </p:cNvSpPr>
          <p:nvPr/>
        </p:nvSpPr>
        <p:spPr>
          <a:xfrm>
            <a:off x="1064122" y="12102730"/>
            <a:ext cx="9736942" cy="5262957"/>
          </a:xfrm>
          <a:prstGeom prst="rect">
            <a:avLst/>
          </a:prstGeom>
        </p:spPr>
        <p:txBody>
          <a:bodyPr wrap="square" lIns="228589" tIns="228589" rIns="228589" bIns="228589">
            <a:spAutoFit/>
          </a:bodyPr>
          <a:lstStyle>
            <a:lvl1pPr indent="0">
              <a:spcBef>
                <a:spcPct val="20000"/>
              </a:spcBef>
              <a:buFont typeface="Arial" pitchFamily="34" charset="0"/>
              <a:buNone/>
              <a:defRPr sz="2400">
                <a:latin typeface="Arial" panose="020B0604020202020204" pitchFamily="34" charset="0"/>
                <a:cs typeface="Arial" panose="020B0604020202020204" pitchFamily="34" charset="0"/>
              </a:defRPr>
            </a:lvl1pPr>
            <a:lvl2pPr marL="1485825" indent="-571471">
              <a:spcBef>
                <a:spcPct val="20000"/>
              </a:spcBef>
              <a:buFont typeface="Arial" pitchFamily="34" charset="0"/>
              <a:buChar char="–"/>
              <a:defRPr sz="2500">
                <a:latin typeface="Trebuchet MS" pitchFamily="34" charset="0"/>
              </a:defRPr>
            </a:lvl2pPr>
            <a:lvl3pPr marL="2057297" indent="-571471">
              <a:spcBef>
                <a:spcPct val="20000"/>
              </a:spcBef>
              <a:buFont typeface="Arial" pitchFamily="34" charset="0"/>
              <a:buChar char="•"/>
              <a:defRPr sz="2500">
                <a:latin typeface="Trebuchet MS" pitchFamily="34" charset="0"/>
              </a:defRPr>
            </a:lvl3pPr>
            <a:lvl4pPr marL="2685916" indent="-628619">
              <a:spcBef>
                <a:spcPct val="20000"/>
              </a:spcBef>
              <a:buFont typeface="Arial" pitchFamily="34" charset="0"/>
              <a:buChar char="–"/>
              <a:defRPr sz="2500">
                <a:latin typeface="Trebuchet MS" pitchFamily="34" charset="0"/>
              </a:defRPr>
            </a:lvl4pPr>
            <a:lvl5pPr marL="3143093" indent="-457177">
              <a:spcBef>
                <a:spcPct val="20000"/>
              </a:spcBef>
              <a:buFont typeface="Arial" pitchFamily="34" charset="0"/>
              <a:buChar char="»"/>
              <a:defRPr sz="2500">
                <a:latin typeface="Trebuchet MS" pitchFamily="34" charset="0"/>
              </a:defRPr>
            </a:lvl5pPr>
            <a:lvl6pPr marL="12069477" indent="-1097226">
              <a:spcBef>
                <a:spcPct val="20000"/>
              </a:spcBef>
              <a:buFont typeface="Arial" pitchFamily="34" charset="0"/>
              <a:buChar char="•"/>
              <a:defRPr sz="9600"/>
            </a:lvl6pPr>
            <a:lvl7pPr marL="14263926" indent="-1097226">
              <a:spcBef>
                <a:spcPct val="20000"/>
              </a:spcBef>
              <a:buFont typeface="Arial" pitchFamily="34" charset="0"/>
              <a:buChar char="•"/>
              <a:defRPr sz="9600"/>
            </a:lvl7pPr>
            <a:lvl8pPr marL="16458377" indent="-1097226">
              <a:spcBef>
                <a:spcPct val="20000"/>
              </a:spcBef>
              <a:buFont typeface="Arial" pitchFamily="34" charset="0"/>
              <a:buChar char="•"/>
              <a:defRPr sz="9600"/>
            </a:lvl8pPr>
            <a:lvl9pPr marL="18652827" indent="-1097226">
              <a:spcBef>
                <a:spcPct val="20000"/>
              </a:spcBef>
              <a:buFont typeface="Arial" pitchFamily="34" charset="0"/>
              <a:buChar char="•"/>
              <a:defRPr sz="9600"/>
            </a:lvl9pPr>
          </a:lstStyle>
          <a:p>
            <a:r>
              <a:rPr lang="en-IE" dirty="0"/>
              <a:t>The four  questions below represent the core focus of the entire study:</a:t>
            </a:r>
          </a:p>
          <a:p>
            <a:endParaRPr lang="en-IE" dirty="0"/>
          </a:p>
          <a:p>
            <a:r>
              <a:rPr lang="en-IE" dirty="0"/>
              <a:t>Q.1. </a:t>
            </a:r>
            <a:r>
              <a:rPr lang="en-US" dirty="0"/>
              <a:t>Can historical hotel booking data, weather observations, and Dublin events be combined to accurately predict daily hotel occupancy?</a:t>
            </a:r>
            <a:endParaRPr lang="en-IE" dirty="0"/>
          </a:p>
          <a:p>
            <a:r>
              <a:rPr lang="en-IE" dirty="0"/>
              <a:t>Q.2. </a:t>
            </a:r>
            <a:r>
              <a:rPr lang="en-US" dirty="0"/>
              <a:t>Which machine learning algorithm best captures the non-linear demand patterns present in hotel occupancy data?</a:t>
            </a:r>
          </a:p>
          <a:p>
            <a:r>
              <a:rPr lang="en-IE" dirty="0"/>
              <a:t>Q.3 </a:t>
            </a:r>
            <a:r>
              <a:rPr lang="en-US" dirty="0"/>
              <a:t>What is the impact of correctly defining the target variable, nightly occupancy versus daily arrivals on model performance?</a:t>
            </a:r>
          </a:p>
          <a:p>
            <a:r>
              <a:rPr lang="en-IE" dirty="0"/>
              <a:t>Q.4 </a:t>
            </a:r>
            <a:r>
              <a:rPr lang="en-US" dirty="0"/>
              <a:t>Can predicted occupancy be reliably converted into a practical daily staffing recommendation for hotel operations management?</a:t>
            </a:r>
            <a:endParaRPr lang="en-IE" dirty="0"/>
          </a:p>
        </p:txBody>
      </p:sp>
      <p:sp>
        <p:nvSpPr>
          <p:cNvPr id="42" name="Content Placeholder 2"/>
          <p:cNvSpPr txBox="1">
            <a:spLocks/>
          </p:cNvSpPr>
          <p:nvPr/>
        </p:nvSpPr>
        <p:spPr>
          <a:xfrm>
            <a:off x="33513137" y="22823005"/>
            <a:ext cx="9736942" cy="5408649"/>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defTabSz="895350">
              <a:buFont typeface="Arial" pitchFamily="34" charset="0"/>
              <a:buNone/>
            </a:pPr>
            <a:r>
              <a:rPr lang="en-IE" sz="2400" dirty="0">
                <a:latin typeface="Arial" panose="020B0604020202020204" pitchFamily="34" charset="0"/>
                <a:cs typeface="Arial" panose="020B0604020202020204" pitchFamily="34" charset="0"/>
              </a:rPr>
              <a:t>A summarised answer to the research questions are presented below:</a:t>
            </a:r>
          </a:p>
          <a:p>
            <a:pPr marL="0" indent="0" algn="just" defTabSz="895350">
              <a:buFont typeface="Arial" pitchFamily="34" charset="0"/>
              <a:buNone/>
            </a:pPr>
            <a:endParaRPr lang="en-IE" sz="1000" dirty="0">
              <a:latin typeface="Arial" panose="020B0604020202020204" pitchFamily="34" charset="0"/>
              <a:cs typeface="Arial" panose="020B0604020202020204" pitchFamily="34" charset="0"/>
            </a:endParaRPr>
          </a:p>
          <a:p>
            <a:pPr marL="0" indent="0" defTabSz="895350">
              <a:buFont typeface="Arial" pitchFamily="34" charset="0"/>
              <a:buNone/>
            </a:pPr>
            <a:r>
              <a:rPr lang="en-IE" sz="2200" b="1" dirty="0">
                <a:latin typeface="Arial" panose="020B0604020202020204" pitchFamily="34" charset="0"/>
                <a:cs typeface="Arial" panose="020B0604020202020204" pitchFamily="34" charset="0"/>
              </a:rPr>
              <a:t>Q.1.</a:t>
            </a:r>
            <a:r>
              <a:rPr lang="en-IE" sz="2200" dirty="0">
                <a:latin typeface="Arial" panose="020B0604020202020204" pitchFamily="34" charset="0"/>
                <a:cs typeface="Arial" panose="020B0604020202020204" pitchFamily="34" charset="0"/>
              </a:rPr>
              <a:t> 	</a:t>
            </a:r>
            <a:r>
              <a:rPr lang="en-IE" sz="2200" i="1" dirty="0">
                <a:latin typeface="Arial" panose="020B0604020202020204" pitchFamily="34" charset="0"/>
                <a:cs typeface="Arial" panose="020B0604020202020204" pitchFamily="34" charset="0"/>
              </a:rPr>
              <a:t>Both of the studies on the use of a reflective learning journal were 	mostly negative, in that students did not find it beneficial, and in some 	cases, saw it as an additional ungraded piece of assessment .</a:t>
            </a:r>
          </a:p>
          <a:p>
            <a:pPr marL="0" indent="0" defTabSz="895350">
              <a:buFont typeface="Arial" pitchFamily="34" charset="0"/>
              <a:buNone/>
            </a:pPr>
            <a:r>
              <a:rPr lang="en-IE" sz="2200" b="1" dirty="0">
                <a:latin typeface="Arial" panose="020B0604020202020204" pitchFamily="34" charset="0"/>
                <a:cs typeface="Arial" panose="020B0604020202020204" pitchFamily="34" charset="0"/>
              </a:rPr>
              <a:t>Q.2. </a:t>
            </a:r>
            <a:r>
              <a:rPr lang="en-IE" sz="2200" dirty="0">
                <a:latin typeface="Arial" panose="020B0604020202020204" pitchFamily="34" charset="0"/>
                <a:cs typeface="Arial" panose="020B0604020202020204" pitchFamily="34" charset="0"/>
              </a:rPr>
              <a:t>	There was </a:t>
            </a:r>
            <a:r>
              <a:rPr lang="en-IE" sz="2200" i="1" dirty="0">
                <a:latin typeface="Arial" panose="020B0604020202020204" pitchFamily="34" charset="0"/>
                <a:cs typeface="Arial" panose="020B0604020202020204" pitchFamily="34" charset="0"/>
              </a:rPr>
              <a:t>evidence to suggest it does, specifically relating to 	group based activities, and communicating with peers.  However, it is 	difficult to say positive findings were directly linked to the social 	learning activities introduced over the semester.</a:t>
            </a:r>
            <a:endParaRPr lang="en-IE" sz="2200" dirty="0">
              <a:latin typeface="Arial" panose="020B0604020202020204" pitchFamily="34" charset="0"/>
              <a:cs typeface="Arial" panose="020B0604020202020204" pitchFamily="34" charset="0"/>
            </a:endParaRPr>
          </a:p>
          <a:p>
            <a:pPr marL="0" indent="0" defTabSz="895350">
              <a:buFont typeface="Arial" pitchFamily="34" charset="0"/>
              <a:buNone/>
            </a:pPr>
            <a:r>
              <a:rPr lang="en-IE" sz="2200" b="1" dirty="0">
                <a:latin typeface="Arial" panose="020B0604020202020204" pitchFamily="34" charset="0"/>
                <a:cs typeface="Arial" panose="020B0604020202020204" pitchFamily="34" charset="0"/>
              </a:rPr>
              <a:t>Q.3 </a:t>
            </a:r>
            <a:r>
              <a:rPr lang="en-IE" sz="2200" dirty="0">
                <a:latin typeface="Arial" panose="020B0604020202020204" pitchFamily="34" charset="0"/>
                <a:cs typeface="Arial" panose="020B0604020202020204" pitchFamily="34" charset="0"/>
              </a:rPr>
              <a:t>	</a:t>
            </a:r>
            <a:r>
              <a:rPr lang="en-IE" sz="2200" i="1" dirty="0">
                <a:latin typeface="Arial" panose="020B0604020202020204" pitchFamily="34" charset="0"/>
                <a:cs typeface="Arial" panose="020B0604020202020204" pitchFamily="34" charset="0"/>
              </a:rPr>
              <a:t>The use of PBL and PAL was very successful in engaging students in 	computer programming, the students engaged in the activities and 	requested more of these activities in the future.</a:t>
            </a:r>
          </a:p>
          <a:p>
            <a:pPr marL="0" indent="0" defTabSz="895350">
              <a:buFont typeface="Arial" pitchFamily="34" charset="0"/>
              <a:buNone/>
            </a:pPr>
            <a:r>
              <a:rPr lang="en-IE" sz="2200" b="1" dirty="0">
                <a:latin typeface="Arial" panose="020B0604020202020204" pitchFamily="34" charset="0"/>
                <a:cs typeface="Arial" panose="020B0604020202020204" pitchFamily="34" charset="0"/>
              </a:rPr>
              <a:t>Q.4</a:t>
            </a:r>
            <a:r>
              <a:rPr lang="en-IE" sz="2200" dirty="0">
                <a:latin typeface="Arial" panose="020B0604020202020204" pitchFamily="34" charset="0"/>
                <a:cs typeface="Arial" panose="020B0604020202020204" pitchFamily="34" charset="0"/>
              </a:rPr>
              <a:t>	</a:t>
            </a:r>
            <a:r>
              <a:rPr lang="en-IE" sz="2200" i="1" dirty="0">
                <a:latin typeface="Arial" panose="020B0604020202020204" pitchFamily="34" charset="0"/>
                <a:cs typeface="Arial" panose="020B0604020202020204" pitchFamily="34" charset="0"/>
              </a:rPr>
              <a:t>There was no strong evidence to suggest social learning improved 	self-efficacy in computer programming, however, there was strong 	evidence found that participating in group work enhances self-efficacy 	in working with others in group activities.</a:t>
            </a:r>
          </a:p>
        </p:txBody>
      </p:sp>
      <p:graphicFrame>
        <p:nvGraphicFramePr>
          <p:cNvPr id="37" name="Table 36"/>
          <p:cNvGraphicFramePr>
            <a:graphicFrameLocks noGrp="1"/>
          </p:cNvGraphicFramePr>
          <p:nvPr>
            <p:extLst>
              <p:ext uri="{D42A27DB-BD31-4B8C-83A1-F6EECF244321}">
                <p14:modId xmlns:p14="http://schemas.microsoft.com/office/powerpoint/2010/main" val="3349645228"/>
              </p:ext>
            </p:extLst>
          </p:nvPr>
        </p:nvGraphicFramePr>
        <p:xfrm>
          <a:off x="11653912" y="26870112"/>
          <a:ext cx="9742489" cy="5042448"/>
        </p:xfrm>
        <a:graphic>
          <a:graphicData uri="http://schemas.openxmlformats.org/drawingml/2006/table">
            <a:tbl>
              <a:tblPr firstRow="1" firstCol="1" bandRow="1">
                <a:tableStyleId>{5C22544A-7EE6-4342-B048-85BDC9FD1C3A}</a:tableStyleId>
              </a:tblPr>
              <a:tblGrid>
                <a:gridCol w="7314070">
                  <a:extLst>
                    <a:ext uri="{9D8B030D-6E8A-4147-A177-3AD203B41FA5}">
                      <a16:colId xmlns:a16="http://schemas.microsoft.com/office/drawing/2014/main" val="20000"/>
                    </a:ext>
                  </a:extLst>
                </a:gridCol>
                <a:gridCol w="1447800">
                  <a:extLst>
                    <a:ext uri="{9D8B030D-6E8A-4147-A177-3AD203B41FA5}">
                      <a16:colId xmlns:a16="http://schemas.microsoft.com/office/drawing/2014/main" val="20001"/>
                    </a:ext>
                  </a:extLst>
                </a:gridCol>
                <a:gridCol w="980619">
                  <a:extLst>
                    <a:ext uri="{9D8B030D-6E8A-4147-A177-3AD203B41FA5}">
                      <a16:colId xmlns:a16="http://schemas.microsoft.com/office/drawing/2014/main" val="20002"/>
                    </a:ext>
                  </a:extLst>
                </a:gridCol>
              </a:tblGrid>
              <a:tr h="337853">
                <a:tc gridSpan="3">
                  <a:txBody>
                    <a:bodyPr/>
                    <a:lstStyle/>
                    <a:p>
                      <a:pPr>
                        <a:spcAft>
                          <a:spcPts val="0"/>
                        </a:spcAft>
                      </a:pPr>
                      <a:endParaRPr lang="en-IE" sz="100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hMerge="1">
                  <a:txBody>
                    <a:bodyPr/>
                    <a:lstStyle/>
                    <a:p>
                      <a:endParaRPr lang="en-IE"/>
                    </a:p>
                  </a:txBody>
                  <a:tcPr/>
                </a:tc>
                <a:tc hMerge="1">
                  <a:txBody>
                    <a:bodyPr/>
                    <a:lstStyle/>
                    <a:p>
                      <a:endParaRPr lang="en-IE"/>
                    </a:p>
                  </a:txBody>
                  <a:tcPr/>
                </a:tc>
                <a:extLst>
                  <a:ext uri="{0D108BD9-81ED-4DB2-BD59-A6C34878D82A}">
                    <a16:rowId xmlns:a16="http://schemas.microsoft.com/office/drawing/2014/main" val="10000"/>
                  </a:ext>
                </a:extLst>
              </a:tr>
              <a:tr h="398339">
                <a:tc>
                  <a:txBody>
                    <a:bodyPr/>
                    <a:lstStyle/>
                    <a:p>
                      <a:pPr>
                        <a:spcAft>
                          <a:spcPts val="0"/>
                        </a:spcAft>
                      </a:pPr>
                      <a:r>
                        <a:rPr lang="en-IE" sz="1800" dirty="0">
                          <a:solidFill>
                            <a:schemeClr val="tx1"/>
                          </a:solidFill>
                          <a:effectLst/>
                          <a:latin typeface="Arial" panose="020B0604020202020204" pitchFamily="34" charset="0"/>
                          <a:ea typeface="Times New Roman"/>
                          <a:cs typeface="Arial" panose="020B0604020202020204" pitchFamily="34" charset="0"/>
                        </a:rPr>
                        <a:t>Pilot Study -</a:t>
                      </a:r>
                      <a:r>
                        <a:rPr lang="en-IE" sz="1800" baseline="0" dirty="0">
                          <a:solidFill>
                            <a:schemeClr val="tx1"/>
                          </a:solidFill>
                          <a:effectLst/>
                          <a:latin typeface="Arial" panose="020B0604020202020204" pitchFamily="34" charset="0"/>
                          <a:ea typeface="Times New Roman"/>
                          <a:cs typeface="Arial" panose="020B0604020202020204" pitchFamily="34" charset="0"/>
                        </a:rPr>
                        <a:t> 2014</a:t>
                      </a:r>
                      <a:endParaRPr lang="en-IE" sz="180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solidFill>
                      <a:schemeClr val="accent1"/>
                    </a:solidFill>
                  </a:tcPr>
                </a:tc>
                <a:tc>
                  <a:txBody>
                    <a:bodyPr/>
                    <a:lstStyle/>
                    <a:p>
                      <a:pPr>
                        <a:spcAft>
                          <a:spcPts val="0"/>
                        </a:spcAft>
                      </a:pPr>
                      <a:r>
                        <a:rPr lang="en-GB" sz="1800" b="1" dirty="0">
                          <a:solidFill>
                            <a:schemeClr val="bg1"/>
                          </a:solidFill>
                          <a:effectLst/>
                        </a:rPr>
                        <a:t>Analysis</a:t>
                      </a:r>
                      <a:endParaRPr lang="en-IE" sz="1800" b="1" dirty="0">
                        <a:solidFill>
                          <a:schemeClr val="bg1"/>
                        </a:solidFill>
                        <a:effectLst/>
                        <a:latin typeface="Times New Roman"/>
                        <a:ea typeface="Times New Roman"/>
                        <a:cs typeface="Times New Roman"/>
                      </a:endParaRPr>
                    </a:p>
                  </a:txBody>
                  <a:tcPr marL="68580" marR="68580" marT="0" marB="0" anchor="ctr">
                    <a:solidFill>
                      <a:schemeClr val="accent1"/>
                    </a:solidFill>
                  </a:tcPr>
                </a:tc>
                <a:tc>
                  <a:txBody>
                    <a:bodyPr/>
                    <a:lstStyle/>
                    <a:p>
                      <a:pPr>
                        <a:spcAft>
                          <a:spcPts val="0"/>
                        </a:spcAft>
                      </a:pPr>
                      <a:r>
                        <a:rPr lang="en-GB" sz="1800" b="1" dirty="0">
                          <a:solidFill>
                            <a:schemeClr val="bg1"/>
                          </a:solidFill>
                          <a:effectLst/>
                        </a:rPr>
                        <a:t>Sample</a:t>
                      </a:r>
                      <a:endParaRPr lang="en-IE" sz="1800" b="1" dirty="0">
                        <a:solidFill>
                          <a:schemeClr val="bg1"/>
                        </a:solidFill>
                        <a:effectLst/>
                        <a:latin typeface="Times New Roman"/>
                        <a:ea typeface="Times New Roman"/>
                        <a:cs typeface="Times New Roman"/>
                      </a:endParaRPr>
                    </a:p>
                  </a:txBody>
                  <a:tcPr marL="68580" marR="68580" marT="0" marB="0" anchor="ctr">
                    <a:solidFill>
                      <a:schemeClr val="accent1"/>
                    </a:solidFill>
                  </a:tcPr>
                </a:tc>
                <a:extLst>
                  <a:ext uri="{0D108BD9-81ED-4DB2-BD59-A6C34878D82A}">
                    <a16:rowId xmlns:a16="http://schemas.microsoft.com/office/drawing/2014/main" val="10001"/>
                  </a:ext>
                </a:extLst>
              </a:tr>
              <a:tr h="288187">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Student study habits questionnaire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solidFill>
                      <a:schemeClr val="bg1">
                        <a:lumMod val="85000"/>
                      </a:schemeClr>
                    </a:solid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Quantitative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solidFill>
                      <a:schemeClr val="bg1">
                        <a:lumMod val="85000"/>
                      </a:schemeClr>
                    </a:solid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31</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solidFill>
                      <a:schemeClr val="bg1">
                        <a:lumMod val="85000"/>
                      </a:schemeClr>
                    </a:solidFill>
                  </a:tcPr>
                </a:tc>
                <a:extLst>
                  <a:ext uri="{0D108BD9-81ED-4DB2-BD59-A6C34878D82A}">
                    <a16:rowId xmlns:a16="http://schemas.microsoft.com/office/drawing/2014/main" val="10002"/>
                  </a:ext>
                </a:extLst>
              </a:tr>
              <a:tr h="287383">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Reflective Learning Journal</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solidFill>
                      <a:schemeClr val="bg1">
                        <a:lumMod val="85000"/>
                      </a:schemeClr>
                    </a:solid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Qualitative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solidFill>
                      <a:schemeClr val="bg1">
                        <a:lumMod val="85000"/>
                      </a:schemeClr>
                    </a:solid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77</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solidFill>
                      <a:schemeClr val="bg1">
                        <a:lumMod val="85000"/>
                      </a:schemeClr>
                    </a:solidFill>
                  </a:tcPr>
                </a:tc>
                <a:extLst>
                  <a:ext uri="{0D108BD9-81ED-4DB2-BD59-A6C34878D82A}">
                    <a16:rowId xmlns:a16="http://schemas.microsoft.com/office/drawing/2014/main" val="10003"/>
                  </a:ext>
                </a:extLst>
              </a:tr>
              <a:tr h="300446">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Focus group (reflective journal evaluation)</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solidFill>
                      <a:schemeClr val="bg1">
                        <a:lumMod val="85000"/>
                      </a:schemeClr>
                    </a:solid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Qualitative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solidFill>
                      <a:schemeClr val="bg1">
                        <a:lumMod val="85000"/>
                      </a:schemeClr>
                    </a:solid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7</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solidFill>
                      <a:schemeClr val="bg1">
                        <a:lumMod val="85000"/>
                      </a:schemeClr>
                    </a:solidFill>
                  </a:tcPr>
                </a:tc>
                <a:extLst>
                  <a:ext uri="{0D108BD9-81ED-4DB2-BD59-A6C34878D82A}">
                    <a16:rowId xmlns:a16="http://schemas.microsoft.com/office/drawing/2014/main" val="10004"/>
                  </a:ext>
                </a:extLst>
              </a:tr>
              <a:tr h="0">
                <a:tc gridSpan="3">
                  <a:txBody>
                    <a:bodyPr/>
                    <a:lstStyle/>
                    <a:p>
                      <a:pPr>
                        <a:spcAft>
                          <a:spcPts val="0"/>
                        </a:spcAft>
                      </a:pPr>
                      <a:endParaRPr lang="en-IE" sz="80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hMerge="1">
                  <a:txBody>
                    <a:bodyPr/>
                    <a:lstStyle/>
                    <a:p>
                      <a:endParaRPr lang="en-IE"/>
                    </a:p>
                  </a:txBody>
                  <a:tcPr/>
                </a:tc>
                <a:tc hMerge="1">
                  <a:txBody>
                    <a:bodyPr/>
                    <a:lstStyle/>
                    <a:p>
                      <a:endParaRPr lang="en-IE"/>
                    </a:p>
                  </a:txBody>
                  <a:tcPr/>
                </a:tc>
                <a:extLst>
                  <a:ext uri="{0D108BD9-81ED-4DB2-BD59-A6C34878D82A}">
                    <a16:rowId xmlns:a16="http://schemas.microsoft.com/office/drawing/2014/main" val="10006"/>
                  </a:ext>
                </a:extLst>
              </a:tr>
              <a:tr h="398339">
                <a:tc>
                  <a:txBody>
                    <a:bodyPr/>
                    <a:lstStyle/>
                    <a:p>
                      <a:pPr>
                        <a:spcAft>
                          <a:spcPts val="0"/>
                        </a:spcAft>
                      </a:pPr>
                      <a:r>
                        <a:rPr lang="en-IE" sz="1800" dirty="0">
                          <a:solidFill>
                            <a:schemeClr val="tx1"/>
                          </a:solidFill>
                          <a:effectLst/>
                          <a:latin typeface="Arial" panose="020B0604020202020204" pitchFamily="34" charset="0"/>
                          <a:ea typeface="Times New Roman"/>
                          <a:cs typeface="Arial" panose="020B0604020202020204" pitchFamily="34" charset="0"/>
                        </a:rPr>
                        <a:t>Secondary Study - 2015</a:t>
                      </a:r>
                    </a:p>
                  </a:txBody>
                  <a:tcPr marL="68580" marR="68580" marT="0" marB="0" anchor="ctr"/>
                </a:tc>
                <a:tc>
                  <a:txBody>
                    <a:bodyPr/>
                    <a:lstStyle/>
                    <a:p>
                      <a:pPr marL="0" algn="l" defTabSz="4388900" rtl="0" eaLnBrk="1" latinLnBrk="0" hangingPunct="1">
                        <a:spcAft>
                          <a:spcPts val="0"/>
                        </a:spcAft>
                      </a:pPr>
                      <a:r>
                        <a:rPr lang="en-GB" sz="1800" b="1" kern="1200" dirty="0">
                          <a:solidFill>
                            <a:schemeClr val="lt1"/>
                          </a:solidFill>
                          <a:effectLst/>
                          <a:latin typeface="+mn-lt"/>
                          <a:ea typeface="+mn-ea"/>
                          <a:cs typeface="+mn-cs"/>
                        </a:rPr>
                        <a:t>Analysis</a:t>
                      </a:r>
                      <a:endParaRPr lang="en-IE" sz="1800" b="1" kern="1200" dirty="0">
                        <a:solidFill>
                          <a:schemeClr val="lt1"/>
                        </a:solidFill>
                        <a:effectLst/>
                        <a:latin typeface="+mn-lt"/>
                        <a:ea typeface="+mn-ea"/>
                        <a:cs typeface="+mn-cs"/>
                      </a:endParaRPr>
                    </a:p>
                  </a:txBody>
                  <a:tcPr marL="68580" marR="68580" marT="0" marB="0" anchor="ctr">
                    <a:solidFill>
                      <a:schemeClr val="accent1"/>
                    </a:solidFill>
                  </a:tcPr>
                </a:tc>
                <a:tc>
                  <a:txBody>
                    <a:bodyPr/>
                    <a:lstStyle/>
                    <a:p>
                      <a:pPr marL="0" algn="l" defTabSz="4388900" rtl="0" eaLnBrk="1" latinLnBrk="0" hangingPunct="1">
                        <a:spcAft>
                          <a:spcPts val="0"/>
                        </a:spcAft>
                      </a:pPr>
                      <a:r>
                        <a:rPr lang="en-GB" sz="1800" b="1" kern="1200" dirty="0">
                          <a:solidFill>
                            <a:schemeClr val="lt1"/>
                          </a:solidFill>
                          <a:effectLst/>
                          <a:latin typeface="+mn-lt"/>
                          <a:ea typeface="+mn-ea"/>
                          <a:cs typeface="+mn-cs"/>
                        </a:rPr>
                        <a:t>Sample</a:t>
                      </a:r>
                      <a:endParaRPr lang="en-IE" sz="1800" b="1" kern="1200" dirty="0">
                        <a:solidFill>
                          <a:schemeClr val="lt1"/>
                        </a:solidFill>
                        <a:effectLst/>
                        <a:latin typeface="+mn-lt"/>
                        <a:ea typeface="+mn-ea"/>
                        <a:cs typeface="+mn-cs"/>
                      </a:endParaRPr>
                    </a:p>
                  </a:txBody>
                  <a:tcPr marL="68580" marR="68580" marT="0" marB="0" anchor="ctr">
                    <a:solidFill>
                      <a:schemeClr val="accent1"/>
                    </a:solidFill>
                  </a:tcPr>
                </a:tc>
                <a:extLst>
                  <a:ext uri="{0D108BD9-81ED-4DB2-BD59-A6C34878D82A}">
                    <a16:rowId xmlns:a16="http://schemas.microsoft.com/office/drawing/2014/main" val="10007"/>
                  </a:ext>
                </a:extLst>
              </a:tr>
              <a:tr h="289638">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Student study habits questionnaire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Quantitative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53</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extLst>
                  <a:ext uri="{0D108BD9-81ED-4DB2-BD59-A6C34878D82A}">
                    <a16:rowId xmlns:a16="http://schemas.microsoft.com/office/drawing/2014/main" val="10008"/>
                  </a:ext>
                </a:extLst>
              </a:tr>
              <a:tr h="300445">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Reflective Learning Journal</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Qualitative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18</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extLst>
                  <a:ext uri="{0D108BD9-81ED-4DB2-BD59-A6C34878D82A}">
                    <a16:rowId xmlns:a16="http://schemas.microsoft.com/office/drawing/2014/main" val="10009"/>
                  </a:ext>
                </a:extLst>
              </a:tr>
              <a:tr h="274320">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Interview (Journal evaluation and Study habits)</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Qualitative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4</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extLst>
                  <a:ext uri="{0D108BD9-81ED-4DB2-BD59-A6C34878D82A}">
                    <a16:rowId xmlns:a16="http://schemas.microsoft.com/office/drawing/2014/main" val="10010"/>
                  </a:ext>
                </a:extLst>
              </a:tr>
              <a:tr h="0">
                <a:tc gridSpan="3">
                  <a:txBody>
                    <a:bodyPr/>
                    <a:lstStyle/>
                    <a:p>
                      <a:pPr>
                        <a:spcAft>
                          <a:spcPts val="0"/>
                        </a:spcAft>
                      </a:pPr>
                      <a:endParaRPr lang="en-IE" sz="80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hMerge="1">
                  <a:txBody>
                    <a:bodyPr/>
                    <a:lstStyle/>
                    <a:p>
                      <a:endParaRPr lang="en-IE"/>
                    </a:p>
                  </a:txBody>
                  <a:tcPr/>
                </a:tc>
                <a:tc hMerge="1">
                  <a:txBody>
                    <a:bodyPr/>
                    <a:lstStyle/>
                    <a:p>
                      <a:endParaRPr lang="en-IE"/>
                    </a:p>
                  </a:txBody>
                  <a:tcPr/>
                </a:tc>
                <a:extLst>
                  <a:ext uri="{0D108BD9-81ED-4DB2-BD59-A6C34878D82A}">
                    <a16:rowId xmlns:a16="http://schemas.microsoft.com/office/drawing/2014/main" val="10012"/>
                  </a:ext>
                </a:extLst>
              </a:tr>
              <a:tr h="398339">
                <a:tc>
                  <a:txBody>
                    <a:bodyPr/>
                    <a:lstStyle/>
                    <a:p>
                      <a:pPr>
                        <a:spcAft>
                          <a:spcPts val="0"/>
                        </a:spcAft>
                      </a:pPr>
                      <a:r>
                        <a:rPr lang="en-IE" sz="1800" dirty="0">
                          <a:solidFill>
                            <a:schemeClr val="tx1"/>
                          </a:solidFill>
                          <a:effectLst/>
                          <a:latin typeface="Arial" panose="020B0604020202020204" pitchFamily="34" charset="0"/>
                          <a:ea typeface="Times New Roman"/>
                          <a:cs typeface="Arial" panose="020B0604020202020204" pitchFamily="34" charset="0"/>
                        </a:rPr>
                        <a:t>Principal Study - 2016</a:t>
                      </a:r>
                    </a:p>
                  </a:txBody>
                  <a:tcPr marL="68580" marR="68580" marT="0" marB="0" anchor="ctr"/>
                </a:tc>
                <a:tc>
                  <a:txBody>
                    <a:bodyPr/>
                    <a:lstStyle/>
                    <a:p>
                      <a:pPr marL="0" algn="l" defTabSz="4388900" rtl="0" eaLnBrk="1" latinLnBrk="0" hangingPunct="1">
                        <a:spcAft>
                          <a:spcPts val="0"/>
                        </a:spcAft>
                      </a:pPr>
                      <a:r>
                        <a:rPr lang="en-GB" sz="2000" b="1" kern="1200" dirty="0">
                          <a:solidFill>
                            <a:schemeClr val="lt1"/>
                          </a:solidFill>
                          <a:effectLst/>
                          <a:latin typeface="+mn-lt"/>
                          <a:ea typeface="+mn-ea"/>
                          <a:cs typeface="+mn-cs"/>
                        </a:rPr>
                        <a:t>Analysis</a:t>
                      </a:r>
                      <a:endParaRPr lang="en-IE" sz="2000" b="1" kern="1200" dirty="0">
                        <a:solidFill>
                          <a:schemeClr val="lt1"/>
                        </a:solidFill>
                        <a:effectLst/>
                        <a:latin typeface="+mn-lt"/>
                        <a:ea typeface="+mn-ea"/>
                        <a:cs typeface="+mn-cs"/>
                      </a:endParaRPr>
                    </a:p>
                  </a:txBody>
                  <a:tcPr marL="68580" marR="68580" marT="0" marB="0" anchor="ctr">
                    <a:solidFill>
                      <a:schemeClr val="accent1"/>
                    </a:solidFill>
                  </a:tcPr>
                </a:tc>
                <a:tc>
                  <a:txBody>
                    <a:bodyPr/>
                    <a:lstStyle/>
                    <a:p>
                      <a:pPr marL="0" algn="l" defTabSz="4388900" rtl="0" eaLnBrk="1" latinLnBrk="0" hangingPunct="1">
                        <a:spcAft>
                          <a:spcPts val="0"/>
                        </a:spcAft>
                      </a:pPr>
                      <a:r>
                        <a:rPr lang="en-GB" sz="2000" b="1" kern="1200" dirty="0">
                          <a:solidFill>
                            <a:schemeClr val="lt1"/>
                          </a:solidFill>
                          <a:effectLst/>
                          <a:latin typeface="+mn-lt"/>
                          <a:ea typeface="+mn-ea"/>
                          <a:cs typeface="+mn-cs"/>
                        </a:rPr>
                        <a:t>Sample</a:t>
                      </a:r>
                      <a:endParaRPr lang="en-IE" sz="2000" b="1" kern="1200" dirty="0">
                        <a:solidFill>
                          <a:schemeClr val="lt1"/>
                        </a:solidFill>
                        <a:effectLst/>
                        <a:latin typeface="+mn-lt"/>
                        <a:ea typeface="+mn-ea"/>
                        <a:cs typeface="+mn-cs"/>
                      </a:endParaRPr>
                    </a:p>
                  </a:txBody>
                  <a:tcPr marL="68580" marR="68580" marT="0" marB="0" anchor="ctr">
                    <a:solidFill>
                      <a:schemeClr val="accent1"/>
                    </a:solidFill>
                  </a:tcPr>
                </a:tc>
                <a:extLst>
                  <a:ext uri="{0D108BD9-81ED-4DB2-BD59-A6C34878D82A}">
                    <a16:rowId xmlns:a16="http://schemas.microsoft.com/office/drawing/2014/main" val="10013"/>
                  </a:ext>
                </a:extLst>
              </a:tr>
              <a:tr h="289639">
                <a:tc>
                  <a:txBody>
                    <a:bodyPr/>
                    <a:lstStyle/>
                    <a:p>
                      <a:pPr marL="0" algn="l" defTabSz="4388900" rtl="0" eaLnBrk="1" latinLnBrk="0" hangingPunct="1">
                        <a:spcAft>
                          <a:spcPts val="0"/>
                        </a:spcAft>
                      </a:pPr>
                      <a:r>
                        <a:rPr lang="en-IE" sz="1600" b="0" kern="1200" dirty="0">
                          <a:solidFill>
                            <a:schemeClr val="tx1"/>
                          </a:solidFill>
                          <a:effectLst/>
                          <a:latin typeface="Arial" panose="020B0604020202020204" pitchFamily="34" charset="0"/>
                          <a:ea typeface="+mn-ea"/>
                          <a:cs typeface="Arial" panose="020B0604020202020204" pitchFamily="34" charset="0"/>
                        </a:rPr>
                        <a:t>Student Engagement &amp; Self-Efficacy Questionnaire – (Treatment</a:t>
                      </a:r>
                      <a:r>
                        <a:rPr lang="en-IE" sz="1600" b="0" kern="1200" baseline="0" dirty="0">
                          <a:solidFill>
                            <a:schemeClr val="tx1"/>
                          </a:solidFill>
                          <a:effectLst/>
                          <a:latin typeface="Arial" panose="020B0604020202020204" pitchFamily="34" charset="0"/>
                          <a:ea typeface="+mn-ea"/>
                          <a:cs typeface="Arial" panose="020B0604020202020204" pitchFamily="34" charset="0"/>
                        </a:rPr>
                        <a:t> Group)</a:t>
                      </a:r>
                      <a:endParaRPr lang="en-IE" sz="1600" b="0" kern="1200" dirty="0">
                        <a:solidFill>
                          <a:schemeClr val="tx1"/>
                        </a:solidFill>
                        <a:effectLst/>
                        <a:latin typeface="Arial" panose="020B0604020202020204" pitchFamily="34" charset="0"/>
                        <a:ea typeface="+mn-ea"/>
                        <a:cs typeface="Arial" panose="020B0604020202020204" pitchFamily="34" charset="0"/>
                      </a:endParaRPr>
                    </a:p>
                  </a:txBody>
                  <a:tcPr marL="68580" marR="68580" marT="0" marB="0" anchor="ctr">
                    <a:no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Quantitative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44</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extLst>
                  <a:ext uri="{0D108BD9-81ED-4DB2-BD59-A6C34878D82A}">
                    <a16:rowId xmlns:a16="http://schemas.microsoft.com/office/drawing/2014/main" val="10014"/>
                  </a:ext>
                </a:extLst>
              </a:tr>
              <a:tr h="326571">
                <a:tc>
                  <a:txBody>
                    <a:bodyPr/>
                    <a:lstStyle/>
                    <a:p>
                      <a:pPr marL="0" algn="l" defTabSz="4388900" rtl="0" eaLnBrk="1" latinLnBrk="0" hangingPunct="1">
                        <a:spcAft>
                          <a:spcPts val="0"/>
                        </a:spcAft>
                      </a:pPr>
                      <a:r>
                        <a:rPr lang="en-IE" sz="1600" b="0" kern="1200" dirty="0">
                          <a:solidFill>
                            <a:schemeClr val="tx1"/>
                          </a:solidFill>
                          <a:effectLst/>
                          <a:latin typeface="Arial" panose="020B0604020202020204" pitchFamily="34" charset="0"/>
                          <a:ea typeface="+mn-ea"/>
                          <a:cs typeface="Arial" panose="020B0604020202020204" pitchFamily="34" charset="0"/>
                        </a:rPr>
                        <a:t>Student Engagement &amp; Self-Efficacy Questionnaire –(Control)</a:t>
                      </a:r>
                    </a:p>
                  </a:txBody>
                  <a:tcPr marL="68580" marR="68580" marT="0" marB="0" anchor="ctr">
                    <a:no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Quantitative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31</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extLst>
                  <a:ext uri="{0D108BD9-81ED-4DB2-BD59-A6C34878D82A}">
                    <a16:rowId xmlns:a16="http://schemas.microsoft.com/office/drawing/2014/main" val="10015"/>
                  </a:ext>
                </a:extLst>
              </a:tr>
              <a:tr h="300446">
                <a:tc>
                  <a:txBody>
                    <a:bodyPr/>
                    <a:lstStyle/>
                    <a:p>
                      <a:pPr>
                        <a:spcAft>
                          <a:spcPts val="0"/>
                        </a:spcAft>
                      </a:pPr>
                      <a:r>
                        <a:rPr lang="en-IE" sz="1600" b="0" dirty="0">
                          <a:solidFill>
                            <a:schemeClr val="tx1"/>
                          </a:solidFill>
                          <a:effectLst/>
                          <a:latin typeface="Arial" panose="020B0604020202020204" pitchFamily="34" charset="0"/>
                          <a:cs typeface="Arial" panose="020B0604020202020204" pitchFamily="34" charset="0"/>
                        </a:rPr>
                        <a:t>Interview (start and end of semester with principal programming lecturer )</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Qualitative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1</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extLst>
                  <a:ext uri="{0D108BD9-81ED-4DB2-BD59-A6C34878D82A}">
                    <a16:rowId xmlns:a16="http://schemas.microsoft.com/office/drawing/2014/main" val="10016"/>
                  </a:ext>
                </a:extLst>
              </a:tr>
              <a:tr h="300445">
                <a:tc>
                  <a:txBody>
                    <a:bodyPr/>
                    <a:lstStyle/>
                    <a:p>
                      <a:pPr>
                        <a:spcAft>
                          <a:spcPts val="0"/>
                        </a:spcAft>
                      </a:pPr>
                      <a:r>
                        <a:rPr lang="en-IE" sz="1600" b="0" dirty="0">
                          <a:solidFill>
                            <a:schemeClr val="tx1"/>
                          </a:solidFill>
                          <a:effectLst/>
                          <a:latin typeface="Arial" panose="020B0604020202020204" pitchFamily="34" charset="0"/>
                          <a:cs typeface="Arial" panose="020B0604020202020204" pitchFamily="34" charset="0"/>
                        </a:rPr>
                        <a:t>Interview (end of semester with treatment group participants)</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Qualitative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4</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extLst>
                  <a:ext uri="{0D108BD9-81ED-4DB2-BD59-A6C34878D82A}">
                    <a16:rowId xmlns:a16="http://schemas.microsoft.com/office/drawing/2014/main" val="10017"/>
                  </a:ext>
                </a:extLst>
              </a:tr>
              <a:tr h="308218">
                <a:tc>
                  <a:txBody>
                    <a:bodyPr/>
                    <a:lstStyle/>
                    <a:p>
                      <a:pPr>
                        <a:spcAft>
                          <a:spcPts val="0"/>
                        </a:spcAft>
                      </a:pPr>
                      <a:r>
                        <a:rPr lang="en-IE" sz="1600" b="0" dirty="0">
                          <a:solidFill>
                            <a:schemeClr val="tx1"/>
                          </a:solidFill>
                          <a:effectLst/>
                          <a:latin typeface="Arial" panose="020B0604020202020204" pitchFamily="34" charset="0"/>
                          <a:cs typeface="Arial" panose="020B0604020202020204" pitchFamily="34" charset="0"/>
                        </a:rPr>
                        <a:t>PBL/PAL activity feedback forms (5x sessions)</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Qualitative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46</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extLst>
                  <a:ext uri="{0D108BD9-81ED-4DB2-BD59-A6C34878D82A}">
                    <a16:rowId xmlns:a16="http://schemas.microsoft.com/office/drawing/2014/main" val="10018"/>
                  </a:ext>
                </a:extLst>
              </a:tr>
            </a:tbl>
          </a:graphicData>
        </a:graphic>
      </p:graphicFrame>
      <p:sp>
        <p:nvSpPr>
          <p:cNvPr id="45" name="Text Placeholder 4"/>
          <p:cNvSpPr>
            <a:spLocks noGrp="1"/>
          </p:cNvSpPr>
          <p:nvPr>
            <p:ph type="body" sz="quarter" idx="21"/>
          </p:nvPr>
        </p:nvSpPr>
        <p:spPr>
          <a:xfrm>
            <a:off x="11459293" y="25496880"/>
            <a:ext cx="10048874" cy="846363"/>
          </a:xfrm>
        </p:spPr>
        <p:txBody>
          <a:bodyPr/>
          <a:lstStyle/>
          <a:p>
            <a:r>
              <a:rPr lang="en-US" b="1" i="1" u="sng" dirty="0">
                <a:solidFill>
                  <a:schemeClr val="tx2"/>
                </a:solidFill>
                <a:latin typeface="Arial" panose="020B0604020202020204" pitchFamily="34" charset="0"/>
                <a:cs typeface="Arial" panose="020B0604020202020204" pitchFamily="34" charset="0"/>
              </a:rPr>
              <a:t>Data Collection</a:t>
            </a:r>
          </a:p>
        </p:txBody>
      </p:sp>
      <p:sp>
        <p:nvSpPr>
          <p:cNvPr id="39" name="Content Placeholder 2">
            <a:extLst>
              <a:ext uri="{FF2B5EF4-FFF2-40B4-BE49-F238E27FC236}">
                <a16:creationId xmlns:a16="http://schemas.microsoft.com/office/drawing/2014/main" id="{2EFFBC5F-0C09-40DB-9DFE-B704854ECCA6}"/>
              </a:ext>
            </a:extLst>
          </p:cNvPr>
          <p:cNvSpPr txBox="1">
            <a:spLocks/>
          </p:cNvSpPr>
          <p:nvPr/>
        </p:nvSpPr>
        <p:spPr>
          <a:xfrm>
            <a:off x="11693941" y="8028377"/>
            <a:ext cx="9662432" cy="979718"/>
          </a:xfrm>
          <a:prstGeom prst="rect">
            <a:avLst/>
          </a:prstGeom>
        </p:spPr>
        <p:txBody>
          <a:bodyPr>
            <a:normAutofit fontScale="70000" lnSpcReduction="20000"/>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a:buNone/>
            </a:pPr>
            <a:endParaRPr lang="en-IE" sz="9600" dirty="0">
              <a:latin typeface="Arial" panose="020B0604020202020204" pitchFamily="34" charset="0"/>
              <a:cs typeface="Arial" panose="020B0604020202020204" pitchFamily="34" charset="0"/>
            </a:endParaRPr>
          </a:p>
        </p:txBody>
      </p:sp>
      <p:sp>
        <p:nvSpPr>
          <p:cNvPr id="34" name="Text Placeholder 4"/>
          <p:cNvSpPr>
            <a:spLocks noGrp="1"/>
          </p:cNvSpPr>
          <p:nvPr>
            <p:ph type="body" sz="quarter" idx="21"/>
          </p:nvPr>
        </p:nvSpPr>
        <p:spPr>
          <a:xfrm>
            <a:off x="11516684" y="16652389"/>
            <a:ext cx="10048874" cy="846363"/>
          </a:xfrm>
        </p:spPr>
        <p:txBody>
          <a:bodyPr/>
          <a:lstStyle/>
          <a:p>
            <a:r>
              <a:rPr lang="en-US" b="1" i="1" u="sng" dirty="0">
                <a:solidFill>
                  <a:schemeClr val="tx2"/>
                </a:solidFill>
                <a:latin typeface="Arial" panose="020B0604020202020204" pitchFamily="34" charset="0"/>
                <a:cs typeface="Arial" panose="020B0604020202020204" pitchFamily="34" charset="0"/>
              </a:rPr>
              <a:t>Research Methods</a:t>
            </a:r>
          </a:p>
        </p:txBody>
      </p:sp>
      <p:sp>
        <p:nvSpPr>
          <p:cNvPr id="35" name="Text Placeholder 4">
            <a:extLst>
              <a:ext uri="{FF2B5EF4-FFF2-40B4-BE49-F238E27FC236}">
                <a16:creationId xmlns:a16="http://schemas.microsoft.com/office/drawing/2014/main" id="{9000B3FD-55D3-45AB-92CB-10A741BAA0B3}"/>
              </a:ext>
            </a:extLst>
          </p:cNvPr>
          <p:cNvSpPr txBox="1">
            <a:spLocks/>
          </p:cNvSpPr>
          <p:nvPr/>
        </p:nvSpPr>
        <p:spPr>
          <a:xfrm>
            <a:off x="11476356" y="17258185"/>
            <a:ext cx="10048874" cy="1938970"/>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sz="2400" dirty="0">
                <a:solidFill>
                  <a:schemeClr val="tx1"/>
                </a:solidFill>
                <a:latin typeface="Arial" panose="020B0604020202020204" pitchFamily="34" charset="0"/>
                <a:cs typeface="Arial" panose="020B0604020202020204" pitchFamily="34" charset="0"/>
              </a:rPr>
              <a:t>This project follows a quantitative, data-driven approach. The diagram below summarizes the methods and tools applied across the three phases of the project: data collection and exploration, data preparation, and machine learning modelling and evaluation</a:t>
            </a:r>
            <a:r>
              <a:rPr lang="en-GB" sz="2400" dirty="0">
                <a:solidFill>
                  <a:schemeClr val="tx1"/>
                </a:solidFill>
                <a:latin typeface="Arial" panose="020B0604020202020204" pitchFamily="34" charset="0"/>
                <a:cs typeface="Arial" panose="020B0604020202020204" pitchFamily="34" charset="0"/>
              </a:rPr>
              <a:t>. </a:t>
            </a:r>
            <a:endParaRPr lang="en-US" sz="2400" dirty="0">
              <a:solidFill>
                <a:schemeClr val="tx1"/>
              </a:solidFill>
              <a:latin typeface="Arial" panose="020B0604020202020204" pitchFamily="34" charset="0"/>
              <a:cs typeface="Arial" panose="020B0604020202020204" pitchFamily="34" charset="0"/>
            </a:endParaRPr>
          </a:p>
        </p:txBody>
      </p:sp>
      <p:sp>
        <p:nvSpPr>
          <p:cNvPr id="43" name="Text Placeholder 4">
            <a:extLst>
              <a:ext uri="{FF2B5EF4-FFF2-40B4-BE49-F238E27FC236}">
                <a16:creationId xmlns:a16="http://schemas.microsoft.com/office/drawing/2014/main" id="{D01E89C6-0794-4157-9DEF-383030D60FAB}"/>
              </a:ext>
            </a:extLst>
          </p:cNvPr>
          <p:cNvSpPr txBox="1">
            <a:spLocks/>
          </p:cNvSpPr>
          <p:nvPr/>
        </p:nvSpPr>
        <p:spPr>
          <a:xfrm>
            <a:off x="11447321" y="26027104"/>
            <a:ext cx="10048874" cy="830975"/>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GB" sz="2400" dirty="0">
                <a:solidFill>
                  <a:schemeClr val="tx1"/>
                </a:solidFill>
                <a:latin typeface="Arial" panose="020B0604020202020204" pitchFamily="34" charset="0"/>
                <a:cs typeface="Arial" panose="020B0604020202020204" pitchFamily="34" charset="0"/>
              </a:rPr>
              <a:t>The table below is a summary of the data collected for the study.</a:t>
            </a:r>
            <a:endParaRPr lang="en-US" sz="2400" dirty="0">
              <a:solidFill>
                <a:schemeClr val="tx1"/>
              </a:solidFill>
              <a:latin typeface="Arial" panose="020B0604020202020204" pitchFamily="34" charset="0"/>
              <a:cs typeface="Arial" panose="020B0604020202020204" pitchFamily="34" charset="0"/>
            </a:endParaRPr>
          </a:p>
        </p:txBody>
      </p:sp>
      <p:sp>
        <p:nvSpPr>
          <p:cNvPr id="46" name="Content Placeholder 2">
            <a:extLst>
              <a:ext uri="{FF2B5EF4-FFF2-40B4-BE49-F238E27FC236}">
                <a16:creationId xmlns:a16="http://schemas.microsoft.com/office/drawing/2014/main" id="{BA7BC14E-5C68-4BFC-B8B8-A1CD9BF3BFC9}"/>
              </a:ext>
            </a:extLst>
          </p:cNvPr>
          <p:cNvSpPr txBox="1">
            <a:spLocks/>
          </p:cNvSpPr>
          <p:nvPr/>
        </p:nvSpPr>
        <p:spPr>
          <a:xfrm>
            <a:off x="22531031" y="12554206"/>
            <a:ext cx="9795691" cy="5522693"/>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buNone/>
            </a:pPr>
            <a:r>
              <a:rPr lang="en-IE" sz="2500" dirty="0"/>
              <a:t>A student engagement measurement tool was provided to student participants at the start and end of a semester.  A social learning intervention was applied to a treatment group, and the engagement scores across both the control and treatment groups were measured.  The results revealed a small increase in total student engagement group score for the treatment group, but nothing significant. However, interesting findings were found in some of the individual questions, the figure below represents one an example of this, in which the treatment group had scored considerably higher than the control group in a question relating to understanding people dissimilar to themselves, which would have been influenced through the social learning activities that the treatment group participated in.  This, in itself, was an encouraging finding. </a:t>
            </a:r>
          </a:p>
        </p:txBody>
      </p:sp>
      <p:sp>
        <p:nvSpPr>
          <p:cNvPr id="47" name="Content Placeholder 2">
            <a:extLst>
              <a:ext uri="{FF2B5EF4-FFF2-40B4-BE49-F238E27FC236}">
                <a16:creationId xmlns:a16="http://schemas.microsoft.com/office/drawing/2014/main" id="{C12A8FE5-E10F-498E-9E7D-EC629905A877}"/>
              </a:ext>
            </a:extLst>
          </p:cNvPr>
          <p:cNvSpPr txBox="1">
            <a:spLocks/>
          </p:cNvSpPr>
          <p:nvPr/>
        </p:nvSpPr>
        <p:spPr>
          <a:xfrm>
            <a:off x="33656519" y="29479722"/>
            <a:ext cx="9736942" cy="2621175"/>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defTabSz="895350">
              <a:buNone/>
            </a:pPr>
            <a:r>
              <a:rPr lang="en-IE" sz="900" dirty="0">
                <a:latin typeface="Arial" panose="020B0604020202020204" pitchFamily="34" charset="0"/>
                <a:cs typeface="Arial" panose="020B0604020202020204" pitchFamily="34" charset="0"/>
              </a:rPr>
              <a:t>Bandura, A. (1986). Social Foundations of Thought and Action: Social Cognitive Theory. U.S.A: Pearson Education.</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Bandura, A. (2006). Guide for constructing self-efficacy scales. In F. </a:t>
            </a:r>
            <a:r>
              <a:rPr lang="en-IE" sz="900" dirty="0" err="1">
                <a:latin typeface="Arial" panose="020B0604020202020204" pitchFamily="34" charset="0"/>
                <a:cs typeface="Arial" panose="020B0604020202020204" pitchFamily="34" charset="0"/>
              </a:rPr>
              <a:t>Pajares</a:t>
            </a:r>
            <a:r>
              <a:rPr lang="en-IE" sz="900" dirty="0">
                <a:latin typeface="Arial" panose="020B0604020202020204" pitchFamily="34" charset="0"/>
                <a:cs typeface="Arial" panose="020B0604020202020204" pitchFamily="34" charset="0"/>
              </a:rPr>
              <a:t>, &amp; T. </a:t>
            </a:r>
            <a:r>
              <a:rPr lang="en-IE" sz="900" dirty="0" err="1">
                <a:latin typeface="Arial" panose="020B0604020202020204" pitchFamily="34" charset="0"/>
                <a:cs typeface="Arial" panose="020B0604020202020204" pitchFamily="34" charset="0"/>
              </a:rPr>
              <a:t>Urdan</a:t>
            </a:r>
            <a:r>
              <a:rPr lang="en-IE" sz="900" dirty="0">
                <a:latin typeface="Arial" panose="020B0604020202020204" pitchFamily="34" charset="0"/>
                <a:cs typeface="Arial" panose="020B0604020202020204" pitchFamily="34" charset="0"/>
              </a:rPr>
              <a:t> (Eds.), Adolescence and education: Vol. 5. Self efficacy and adolescence (pp. 307-337). Greenwich, CT: Information Age.</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Bogdan, R.C., </a:t>
            </a:r>
            <a:r>
              <a:rPr lang="en-IE" sz="900" dirty="0" err="1">
                <a:latin typeface="Arial" panose="020B0604020202020204" pitchFamily="34" charset="0"/>
                <a:cs typeface="Arial" panose="020B0604020202020204" pitchFamily="34" charset="0"/>
              </a:rPr>
              <a:t>Biklin</a:t>
            </a:r>
            <a:r>
              <a:rPr lang="en-IE" sz="900" dirty="0">
                <a:latin typeface="Arial" panose="020B0604020202020204" pitchFamily="34" charset="0"/>
                <a:cs typeface="Arial" panose="020B0604020202020204" pitchFamily="34" charset="0"/>
              </a:rPr>
              <a:t>, S.K. (1998). Qualitative research for education: An introduction to theory and methods. (3rd edition).  Boston: </a:t>
            </a:r>
            <a:r>
              <a:rPr lang="en-IE" sz="900" dirty="0" err="1">
                <a:latin typeface="Arial" panose="020B0604020202020204" pitchFamily="34" charset="0"/>
                <a:cs typeface="Arial" panose="020B0604020202020204" pitchFamily="34" charset="0"/>
              </a:rPr>
              <a:t>Allyn</a:t>
            </a:r>
            <a:r>
              <a:rPr lang="en-IE" sz="900" dirty="0">
                <a:latin typeface="Arial" panose="020B0604020202020204" pitchFamily="34" charset="0"/>
                <a:cs typeface="Arial" panose="020B0604020202020204" pitchFamily="34" charset="0"/>
              </a:rPr>
              <a:t> and Bacon.</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Bryman, A. (2004). Social Research Methods.  U.K.: Oxford University Press.</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Creswell, J.W., Miller, G.A. (1997).  Research Methodologies and Doctoral Process.  New Directions for Higher Education, no.99.  U.S.A.: Wiley.</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Hamir, S., </a:t>
            </a:r>
            <a:r>
              <a:rPr lang="en-IE" sz="900" dirty="0" err="1">
                <a:latin typeface="Arial" panose="020B0604020202020204" pitchFamily="34" charset="0"/>
                <a:cs typeface="Arial" panose="020B0604020202020204" pitchFamily="34" charset="0"/>
              </a:rPr>
              <a:t>Maion</a:t>
            </a:r>
            <a:r>
              <a:rPr lang="en-IE" sz="900" dirty="0">
                <a:latin typeface="Arial" panose="020B0604020202020204" pitchFamily="34" charset="0"/>
                <a:cs typeface="Arial" panose="020B0604020202020204" pitchFamily="34" charset="0"/>
              </a:rPr>
              <a:t>, S., Tice, S., &amp; Wideman, A. (2015) Constructivism in</a:t>
            </a:r>
          </a:p>
          <a:p>
            <a:pPr marL="0" indent="0" algn="just" defTabSz="895350">
              <a:buNone/>
            </a:pPr>
            <a:r>
              <a:rPr lang="en-IE" sz="900" dirty="0">
                <a:latin typeface="Arial" panose="020B0604020202020204" pitchFamily="34" charset="0"/>
                <a:cs typeface="Arial" panose="020B0604020202020204" pitchFamily="34" charset="0"/>
              </a:rPr>
              <a:t>Education. Available at: http://constructivism512.weebly.com . Accessed 27th February 2018.</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Miles, M.B., &amp; Huberman, A.M. (1994). Qualitative data analysis: A sourcebook of new methods.  Thousand Oaks, CA: Sage.</a:t>
            </a:r>
          </a:p>
        </p:txBody>
      </p:sp>
      <p:pic>
        <p:nvPicPr>
          <p:cNvPr id="10" name="Picture 9">
            <a:extLst>
              <a:ext uri="{FF2B5EF4-FFF2-40B4-BE49-F238E27FC236}">
                <a16:creationId xmlns:a16="http://schemas.microsoft.com/office/drawing/2014/main" id="{836E3AC5-9837-1983-DB05-8282D74C4D2B}"/>
              </a:ext>
            </a:extLst>
          </p:cNvPr>
          <p:cNvPicPr>
            <a:picLocks noChangeAspect="1"/>
          </p:cNvPicPr>
          <p:nvPr/>
        </p:nvPicPr>
        <p:blipFill>
          <a:blip r:embed="rId6"/>
          <a:stretch>
            <a:fillRect/>
          </a:stretch>
        </p:blipFill>
        <p:spPr>
          <a:xfrm>
            <a:off x="906133" y="21674412"/>
            <a:ext cx="9081944" cy="7548180"/>
          </a:xfrm>
          <a:prstGeom prst="rect">
            <a:avLst/>
          </a:prstGeom>
        </p:spPr>
      </p:pic>
      <p:sp>
        <p:nvSpPr>
          <p:cNvPr id="56" name="TextBox 55">
            <a:extLst>
              <a:ext uri="{FF2B5EF4-FFF2-40B4-BE49-F238E27FC236}">
                <a16:creationId xmlns:a16="http://schemas.microsoft.com/office/drawing/2014/main" id="{3B726704-8257-6FBB-1900-B35E2C34FB07}"/>
              </a:ext>
            </a:extLst>
          </p:cNvPr>
          <p:cNvSpPr txBox="1"/>
          <p:nvPr/>
        </p:nvSpPr>
        <p:spPr>
          <a:xfrm>
            <a:off x="721952" y="19353574"/>
            <a:ext cx="9624125" cy="1938970"/>
          </a:xfrm>
          <a:prstGeom prst="rect">
            <a:avLst/>
          </a:prstGeom>
        </p:spPr>
        <p:txBody>
          <a:bodyPr wrap="square" lIns="228589" tIns="228589" rIns="228589" bIns="228589">
            <a:spAutoFit/>
          </a:bodyPr>
          <a:lstStyle>
            <a:lvl1pPr indent="0">
              <a:spcBef>
                <a:spcPct val="20000"/>
              </a:spcBef>
              <a:buFont typeface="Arial" pitchFamily="34" charset="0"/>
              <a:buNone/>
              <a:defRPr sz="2400">
                <a:latin typeface="Arial" panose="020B0604020202020204" pitchFamily="34" charset="0"/>
                <a:cs typeface="Arial" panose="020B0604020202020204" pitchFamily="34" charset="0"/>
              </a:defRPr>
            </a:lvl1pPr>
            <a:lvl2pPr marL="1485825" indent="-571471">
              <a:spcBef>
                <a:spcPct val="20000"/>
              </a:spcBef>
              <a:buFont typeface="Arial" pitchFamily="34" charset="0"/>
              <a:buChar char="–"/>
              <a:defRPr sz="2500">
                <a:latin typeface="Trebuchet MS" pitchFamily="34" charset="0"/>
              </a:defRPr>
            </a:lvl2pPr>
            <a:lvl3pPr marL="2057297" indent="-571471">
              <a:spcBef>
                <a:spcPct val="20000"/>
              </a:spcBef>
              <a:buFont typeface="Arial" pitchFamily="34" charset="0"/>
              <a:buChar char="•"/>
              <a:defRPr sz="2500">
                <a:latin typeface="Trebuchet MS" pitchFamily="34" charset="0"/>
              </a:defRPr>
            </a:lvl3pPr>
            <a:lvl4pPr marL="2685916" indent="-628619">
              <a:spcBef>
                <a:spcPct val="20000"/>
              </a:spcBef>
              <a:buFont typeface="Arial" pitchFamily="34" charset="0"/>
              <a:buChar char="–"/>
              <a:defRPr sz="2500">
                <a:latin typeface="Trebuchet MS" pitchFamily="34" charset="0"/>
              </a:defRPr>
            </a:lvl4pPr>
            <a:lvl5pPr marL="3143093" indent="-457177">
              <a:spcBef>
                <a:spcPct val="20000"/>
              </a:spcBef>
              <a:buFont typeface="Arial" pitchFamily="34" charset="0"/>
              <a:buChar char="»"/>
              <a:defRPr sz="2500">
                <a:latin typeface="Trebuchet MS" pitchFamily="34" charset="0"/>
              </a:defRPr>
            </a:lvl5pPr>
            <a:lvl6pPr marL="12069477" indent="-1097226">
              <a:spcBef>
                <a:spcPct val="20000"/>
              </a:spcBef>
              <a:buFont typeface="Arial" pitchFamily="34" charset="0"/>
              <a:buChar char="•"/>
              <a:defRPr sz="9600"/>
            </a:lvl6pPr>
            <a:lvl7pPr marL="14263926" indent="-1097226">
              <a:spcBef>
                <a:spcPct val="20000"/>
              </a:spcBef>
              <a:buFont typeface="Arial" pitchFamily="34" charset="0"/>
              <a:buChar char="•"/>
              <a:defRPr sz="9600"/>
            </a:lvl7pPr>
            <a:lvl8pPr marL="16458377" indent="-1097226">
              <a:spcBef>
                <a:spcPct val="20000"/>
              </a:spcBef>
              <a:buFont typeface="Arial" pitchFamily="34" charset="0"/>
              <a:buChar char="•"/>
              <a:defRPr sz="9600"/>
            </a:lvl8pPr>
            <a:lvl9pPr marL="18652827" indent="-1097226">
              <a:spcBef>
                <a:spcPct val="20000"/>
              </a:spcBef>
              <a:buFont typeface="Arial" pitchFamily="34" charset="0"/>
              <a:buChar char="•"/>
              <a:defRPr sz="9600"/>
            </a:lvl9pPr>
          </a:lstStyle>
          <a:p>
            <a:r>
              <a:rPr lang="en-US" dirty="0"/>
              <a:t>This project is structured around the CRISP-DM (Cross-Industry Standard Process for Data Mining) methodology, a six-stage iterative framework that guided every decision from problem definition through to deployment.</a:t>
            </a:r>
            <a:endParaRPr lang="en-IE" dirty="0"/>
          </a:p>
        </p:txBody>
      </p:sp>
      <p:pic>
        <p:nvPicPr>
          <p:cNvPr id="59" name="Picture 58">
            <a:extLst>
              <a:ext uri="{FF2B5EF4-FFF2-40B4-BE49-F238E27FC236}">
                <a16:creationId xmlns:a16="http://schemas.microsoft.com/office/drawing/2014/main" id="{3C5C4238-C8DF-DF79-DB49-81BA8D4C4382}"/>
              </a:ext>
            </a:extLst>
          </p:cNvPr>
          <p:cNvPicPr>
            <a:picLocks noChangeAspect="1"/>
          </p:cNvPicPr>
          <p:nvPr/>
        </p:nvPicPr>
        <p:blipFill>
          <a:blip r:embed="rId7"/>
          <a:stretch>
            <a:fillRect/>
          </a:stretch>
        </p:blipFill>
        <p:spPr>
          <a:xfrm>
            <a:off x="11879784" y="10458094"/>
            <a:ext cx="9126739" cy="5522693"/>
          </a:xfrm>
          <a:prstGeom prst="rect">
            <a:avLst/>
          </a:prstGeom>
        </p:spPr>
      </p:pic>
      <p:pic>
        <p:nvPicPr>
          <p:cNvPr id="61" name="Picture 60">
            <a:extLst>
              <a:ext uri="{FF2B5EF4-FFF2-40B4-BE49-F238E27FC236}">
                <a16:creationId xmlns:a16="http://schemas.microsoft.com/office/drawing/2014/main" id="{DA1A3584-44A0-C568-485A-BB9D487A8BD1}"/>
              </a:ext>
            </a:extLst>
          </p:cNvPr>
          <p:cNvPicPr>
            <a:picLocks noChangeAspect="1"/>
          </p:cNvPicPr>
          <p:nvPr/>
        </p:nvPicPr>
        <p:blipFill>
          <a:blip r:embed="rId8"/>
          <a:stretch>
            <a:fillRect/>
          </a:stretch>
        </p:blipFill>
        <p:spPr>
          <a:xfrm>
            <a:off x="11877332" y="19283242"/>
            <a:ext cx="8992855" cy="5973009"/>
          </a:xfrm>
          <a:prstGeom prst="rect">
            <a:avLst/>
          </a:prstGeom>
        </p:spPr>
      </p:pic>
    </p:spTree>
    <p:extLst>
      <p:ext uri="{BB962C8B-B14F-4D97-AF65-F5344CB8AC3E}">
        <p14:creationId xmlns:p14="http://schemas.microsoft.com/office/powerpoint/2010/main" val="3160527046"/>
      </p:ext>
    </p:extLst>
  </p:cSld>
  <p:clrMapOvr>
    <a:masterClrMapping/>
  </p:clrMapOvr>
</p:sld>
</file>

<file path=ppt/theme/theme1.xml><?xml version="1.0" encoding="utf-8"?>
<a:theme xmlns:a="http://schemas.openxmlformats.org/drawingml/2006/main" name="36x48-Template-V2b">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Classic 3 Columns">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36x48-Template-V2b</Template>
  <TotalTime>3493</TotalTime>
  <Words>1586</Words>
  <Application>Microsoft Office PowerPoint</Application>
  <PresentationFormat>Custom</PresentationFormat>
  <Paragraphs>102</Paragraphs>
  <Slides>1</Slides>
  <Notes>1</Notes>
  <HiddenSlides>0</HiddenSlides>
  <MMClips>0</MMClips>
  <ScaleCrop>false</ScaleCrop>
  <HeadingPairs>
    <vt:vector size="8" baseType="variant">
      <vt:variant>
        <vt:lpstr>Fonts Used</vt:lpstr>
      </vt:variant>
      <vt:variant>
        <vt:i4>4</vt:i4>
      </vt:variant>
      <vt:variant>
        <vt:lpstr>Theme</vt:lpstr>
      </vt:variant>
      <vt:variant>
        <vt:i4>3</vt:i4>
      </vt:variant>
      <vt:variant>
        <vt:lpstr>Embedded OLE Servers</vt:lpstr>
      </vt:variant>
      <vt:variant>
        <vt:i4>1</vt:i4>
      </vt:variant>
      <vt:variant>
        <vt:lpstr>Slide Titles</vt:lpstr>
      </vt:variant>
      <vt:variant>
        <vt:i4>1</vt:i4>
      </vt:variant>
    </vt:vector>
  </HeadingPairs>
  <TitlesOfParts>
    <vt:vector size="9" baseType="lpstr">
      <vt:lpstr>Arial</vt:lpstr>
      <vt:lpstr>Calibri</vt:lpstr>
      <vt:lpstr>Times New Roman</vt:lpstr>
      <vt:lpstr>Trebuchet MS</vt:lpstr>
      <vt:lpstr>36x48-Template-V2b</vt:lpstr>
      <vt:lpstr>1_Classic 3 Columns</vt:lpstr>
      <vt:lpstr>Classic - Wide Center</vt:lpstr>
      <vt:lpstr>Image</vt:lpstr>
      <vt:lpstr>PowerPoint Presentation</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Laura Lujan</cp:lastModifiedBy>
  <cp:revision>120</cp:revision>
  <dcterms:created xsi:type="dcterms:W3CDTF">2012-02-03T19:11:35Z</dcterms:created>
  <dcterms:modified xsi:type="dcterms:W3CDTF">2026-05-31T22:15:35Z</dcterms:modified>
</cp:coreProperties>
</file>